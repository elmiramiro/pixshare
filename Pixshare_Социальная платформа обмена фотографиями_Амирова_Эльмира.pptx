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</p:sldIdLst>
  <p:sldSz cx="16256000" cy="9144000"/>
  <p:notesSz cx="9144000" cy="16256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Liter" panose="020B0604020202020204" charset="0"/>
      <p:regular r:id="rId22"/>
    </p:embeddedFont>
    <p:embeddedFont>
      <p:font typeface="Quattrocento Sans" panose="020B0604020202020204" charset="0"/>
      <p:regular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45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87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86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miramiro/Pixshar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elmiramiro/Pixsha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eermseyeynoe/mnt/agents/output/pixshare_enhanced/images/6_Bokeh_abstract_camera_dark_lens_light.png"/>
          <p:cNvPicPr>
            <a:picLocks noChangeAspect="1"/>
          </p:cNvPicPr>
          <p:nvPr/>
        </p:nvPicPr>
        <p:blipFill>
          <a:blip r:embed="rId3"/>
          <a:srcRect t="5000" b="50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80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048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kern="0" spc="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PIXSHARE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3048000" y="431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Социальная платформа обмена фотографиями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5080000"/>
            <a:ext cx="2540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6604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Выполнила: 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Амирова Эльмира Фаиловна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Руководитель: 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Деркунов Михаил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Казань —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9144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1016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4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СОДЕРЖАНИЕ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5240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Оглавление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2349500"/>
            <a:ext cx="762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508000" y="2667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Презентация проекта социальной платформы для обмена фотографиями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0" y="101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23000" y="1016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Актуальность и цели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23000" y="1460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Обоснование необходимости создания платформы и формулировка задач проекта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0" y="2286000"/>
            <a:ext cx="10414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5080000" y="2667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23000" y="2667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Техническая реализация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23000" y="3111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Стек технологий, архитектура приложения и UML-диаграммы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0000" y="3937000"/>
            <a:ext cx="10414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50800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23000" y="4318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Функционал и интерфейс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23000" y="4762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Возможности платформы и демонстрация пользовательского интерфейса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0000" y="5588000"/>
            <a:ext cx="10414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080000" y="596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23000" y="5969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Перспективы и заключение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23000" y="6413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Планы развития, выводы по проекту и контактная информация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80000" y="7239000"/>
            <a:ext cx="10414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Актуальность и цели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18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Техническая реализация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74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Функционал и интерфейс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Перспективы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2000" y="584200"/>
            <a:ext cx="3302000" cy="25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636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Актуальность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62000" y="1549400"/>
            <a:ext cx="635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9050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43000" y="2222500"/>
            <a:ext cx="609600" cy="60960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95400" y="2374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1968500" y="2222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Санкции и ограничения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2921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Ограничения доступа к западным платформам (Instagram, Flickr) создают острую потребность в разработке отечественных альтернатив для обмена фотографиями.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18500" y="19050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99500" y="2222500"/>
            <a:ext cx="609600" cy="60960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1900" y="2374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0" y="2222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Рост визуального контента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99500" y="2921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Более 80% информации в интернете — визуальный контент. Потребность в удобных платформах для публикации и обмена фотографиями продолжает расти.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2070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43000" y="5524500"/>
            <a:ext cx="609600" cy="60960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22" name="Shape 20"/>
          <p:cNvSpPr/>
          <p:nvPr/>
        </p:nvSpPr>
        <p:spPr>
          <a:xfrm>
            <a:off x="1257300" y="56769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1968500" y="5524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Популярность соцсетей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6223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Более 70% населения РФ ежедневно пользуется социальными сетями. Визуальные платформы занимают лидирующие позиции по вовлечённости аудитории.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18500" y="52070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99500" y="5524500"/>
            <a:ext cx="609600" cy="60960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27" name="Shape 25"/>
          <p:cNvSpPr/>
          <p:nvPr/>
        </p:nvSpPr>
        <p:spPr>
          <a:xfrm>
            <a:off x="8851900" y="5676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0" y="5524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Контроль конфиденциальности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699500" y="6223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Необходимость создания независимой платформы с контролируемой политикой конфиденциальности и хранением данных на территории РФ.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Актуальность и цели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18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Техническая реализация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74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Функционал и интерфейс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Перспективы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2000" y="584200"/>
            <a:ext cx="3302000" cy="25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636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Цель и задачи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62000" y="1549400"/>
            <a:ext cx="635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841500"/>
            <a:ext cx="14732000" cy="101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1714500" y="1841500"/>
            <a:ext cx="1346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Цель: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разработать веб-платформу для публикации, хранения и обмена фотографиями с социальными функциями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3175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Задачи проекта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746500"/>
            <a:ext cx="71755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79500" y="3937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14500" y="3937000"/>
            <a:ext cx="5905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9500" y="4445000"/>
            <a:ext cx="654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Проектирование клиент-серверной модели с модульной структурой приложения и чётким разделением компонентов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18500" y="3746500"/>
            <a:ext cx="71755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36000" y="3937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71000" y="3937000"/>
            <a:ext cx="5905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36000" y="4445000"/>
            <a:ext cx="654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Разработка серверной части на Django с REST API и ORM для работы с базой данных PostgreSQL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159500"/>
            <a:ext cx="71755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9500" y="635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14500" y="6350000"/>
            <a:ext cx="5905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/ Интерфейс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79500" y="6858000"/>
            <a:ext cx="654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Создание пользовательского интерфейса с адаптивным дизайном и удобной навигацией по разделам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18500" y="6159500"/>
            <a:ext cx="71755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36000" y="635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71000" y="6350000"/>
            <a:ext cx="5905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Безопасность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636000" y="6858000"/>
            <a:ext cx="654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Обеспечение безопасности: аутентификация, валидация данных, защита от распространённых уязвимостей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Актуальность и цели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18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Техническая реализация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74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Функционал и интерфейс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Перспективы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8000" y="584200"/>
            <a:ext cx="3302000" cy="25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636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Технологический стек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62000" y="1549400"/>
            <a:ext cx="635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905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71575" y="2286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92728" y="179040"/>
                </a:moveTo>
                <a:cubicBezTo>
                  <a:pt x="385852" y="151448"/>
                  <a:pt x="372814" y="130641"/>
                  <a:pt x="345043" y="130641"/>
                </a:cubicBezTo>
                <a:lnTo>
                  <a:pt x="309235" y="130641"/>
                </a:lnTo>
                <a:lnTo>
                  <a:pt x="309235" y="172968"/>
                </a:lnTo>
                <a:cubicBezTo>
                  <a:pt x="309235" y="205829"/>
                  <a:pt x="281374" y="233511"/>
                  <a:pt x="249585" y="233511"/>
                </a:cubicBezTo>
                <a:lnTo>
                  <a:pt x="154216" y="233511"/>
                </a:lnTo>
                <a:cubicBezTo>
                  <a:pt x="128141" y="233511"/>
                  <a:pt x="106531" y="255836"/>
                  <a:pt x="106531" y="282000"/>
                </a:cubicBezTo>
                <a:lnTo>
                  <a:pt x="106531" y="372904"/>
                </a:lnTo>
                <a:cubicBezTo>
                  <a:pt x="106531" y="398800"/>
                  <a:pt x="129034" y="413980"/>
                  <a:pt x="154216" y="421392"/>
                </a:cubicBezTo>
                <a:cubicBezTo>
                  <a:pt x="184398" y="430232"/>
                  <a:pt x="213420" y="431840"/>
                  <a:pt x="249585" y="421392"/>
                </a:cubicBezTo>
                <a:cubicBezTo>
                  <a:pt x="273606" y="414427"/>
                  <a:pt x="297269" y="400407"/>
                  <a:pt x="297269" y="372904"/>
                </a:cubicBezTo>
                <a:lnTo>
                  <a:pt x="297269" y="336560"/>
                </a:lnTo>
                <a:lnTo>
                  <a:pt x="201990" y="336560"/>
                </a:lnTo>
                <a:lnTo>
                  <a:pt x="201990" y="324416"/>
                </a:lnTo>
                <a:lnTo>
                  <a:pt x="345043" y="324416"/>
                </a:lnTo>
                <a:cubicBezTo>
                  <a:pt x="372814" y="324416"/>
                  <a:pt x="383084" y="305038"/>
                  <a:pt x="392728" y="276017"/>
                </a:cubicBezTo>
                <a:cubicBezTo>
                  <a:pt x="402729" y="246102"/>
                  <a:pt x="402282" y="217349"/>
                  <a:pt x="392728" y="179040"/>
                </a:cubicBezTo>
                <a:close/>
                <a:moveTo>
                  <a:pt x="255568" y="397103"/>
                </a:moveTo>
                <a:cubicBezTo>
                  <a:pt x="248771" y="397580"/>
                  <a:pt x="242277" y="394224"/>
                  <a:pt x="238734" y="388405"/>
                </a:cubicBezTo>
                <a:cubicBezTo>
                  <a:pt x="235191" y="382586"/>
                  <a:pt x="235191" y="375276"/>
                  <a:pt x="238734" y="369457"/>
                </a:cubicBezTo>
                <a:cubicBezTo>
                  <a:pt x="242277" y="363638"/>
                  <a:pt x="248771" y="360283"/>
                  <a:pt x="255568" y="360759"/>
                </a:cubicBezTo>
                <a:cubicBezTo>
                  <a:pt x="262364" y="360283"/>
                  <a:pt x="268858" y="363638"/>
                  <a:pt x="272401" y="369457"/>
                </a:cubicBezTo>
                <a:cubicBezTo>
                  <a:pt x="275945" y="375276"/>
                  <a:pt x="275945" y="382586"/>
                  <a:pt x="272401" y="388405"/>
                </a:cubicBezTo>
                <a:cubicBezTo>
                  <a:pt x="268858" y="394224"/>
                  <a:pt x="262364" y="397580"/>
                  <a:pt x="255568" y="397103"/>
                </a:cubicBezTo>
                <a:close/>
                <a:moveTo>
                  <a:pt x="149840" y="221546"/>
                </a:moveTo>
                <a:lnTo>
                  <a:pt x="245209" y="221546"/>
                </a:lnTo>
                <a:cubicBezTo>
                  <a:pt x="271730" y="221546"/>
                  <a:pt x="292894" y="199668"/>
                  <a:pt x="292894" y="173057"/>
                </a:cubicBezTo>
                <a:lnTo>
                  <a:pt x="292894" y="82064"/>
                </a:lnTo>
                <a:cubicBezTo>
                  <a:pt x="292894" y="56168"/>
                  <a:pt x="271105" y="36790"/>
                  <a:pt x="245209" y="32415"/>
                </a:cubicBezTo>
                <a:cubicBezTo>
                  <a:pt x="213241" y="27146"/>
                  <a:pt x="178504" y="27414"/>
                  <a:pt x="149840" y="32504"/>
                </a:cubicBezTo>
                <a:cubicBezTo>
                  <a:pt x="109478" y="39648"/>
                  <a:pt x="102156" y="54560"/>
                  <a:pt x="102156" y="82153"/>
                </a:cubicBezTo>
                <a:lnTo>
                  <a:pt x="102156" y="118497"/>
                </a:lnTo>
                <a:lnTo>
                  <a:pt x="197614" y="118497"/>
                </a:lnTo>
                <a:lnTo>
                  <a:pt x="197614" y="130641"/>
                </a:lnTo>
                <a:lnTo>
                  <a:pt x="66348" y="130641"/>
                </a:lnTo>
                <a:cubicBezTo>
                  <a:pt x="38576" y="130641"/>
                  <a:pt x="14288" y="147340"/>
                  <a:pt x="6697" y="179040"/>
                </a:cubicBezTo>
                <a:cubicBezTo>
                  <a:pt x="-2054" y="215384"/>
                  <a:pt x="-2411" y="238065"/>
                  <a:pt x="6697" y="276017"/>
                </a:cubicBezTo>
                <a:cubicBezTo>
                  <a:pt x="13484" y="304234"/>
                  <a:pt x="29647" y="324416"/>
                  <a:pt x="57418" y="324416"/>
                </a:cubicBezTo>
                <a:lnTo>
                  <a:pt x="90190" y="324416"/>
                </a:lnTo>
                <a:lnTo>
                  <a:pt x="90190" y="280839"/>
                </a:lnTo>
                <a:cubicBezTo>
                  <a:pt x="90190" y="249317"/>
                  <a:pt x="117425" y="221546"/>
                  <a:pt x="149840" y="221546"/>
                </a:cubicBezTo>
                <a:close/>
                <a:moveTo>
                  <a:pt x="143947" y="57775"/>
                </a:moveTo>
                <a:cubicBezTo>
                  <a:pt x="154001" y="57775"/>
                  <a:pt x="162163" y="65938"/>
                  <a:pt x="162163" y="75992"/>
                </a:cubicBezTo>
                <a:cubicBezTo>
                  <a:pt x="162163" y="86046"/>
                  <a:pt x="154001" y="94208"/>
                  <a:pt x="143947" y="94208"/>
                </a:cubicBezTo>
                <a:cubicBezTo>
                  <a:pt x="133893" y="94208"/>
                  <a:pt x="125730" y="86046"/>
                  <a:pt x="125730" y="75992"/>
                </a:cubicBezTo>
                <a:cubicBezTo>
                  <a:pt x="125730" y="65938"/>
                  <a:pt x="133893" y="57775"/>
                  <a:pt x="143947" y="57775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921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+ Django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4290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Мощный фреймворк для быстрой разработки с встроенной ORM, админ-панелью и системой аутентификации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8500" y="1905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8075" y="2286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159500" y="2921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59500" y="34290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Надёжная реляционная СУБД с поддержкой сложных запросов, транзакций и масштабирования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95000" y="1905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204575" y="2286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92549" y="210830"/>
                </a:moveTo>
                <a:lnTo>
                  <a:pt x="217884" y="36165"/>
                </a:lnTo>
                <a:cubicBezTo>
                  <a:pt x="213062" y="31254"/>
                  <a:pt x="206454" y="28575"/>
                  <a:pt x="199668" y="28575"/>
                </a:cubicBezTo>
                <a:cubicBezTo>
                  <a:pt x="192881" y="28575"/>
                  <a:pt x="186273" y="31254"/>
                  <a:pt x="181451" y="36076"/>
                </a:cubicBezTo>
                <a:lnTo>
                  <a:pt x="145107" y="72330"/>
                </a:lnTo>
                <a:lnTo>
                  <a:pt x="191095" y="118318"/>
                </a:lnTo>
                <a:cubicBezTo>
                  <a:pt x="215295" y="110192"/>
                  <a:pt x="238155" y="133320"/>
                  <a:pt x="229850" y="157341"/>
                </a:cubicBezTo>
                <a:lnTo>
                  <a:pt x="274231" y="201722"/>
                </a:lnTo>
                <a:cubicBezTo>
                  <a:pt x="304770" y="191185"/>
                  <a:pt x="328880" y="229404"/>
                  <a:pt x="305931" y="252353"/>
                </a:cubicBezTo>
                <a:cubicBezTo>
                  <a:pt x="282267" y="276017"/>
                  <a:pt x="243245" y="249763"/>
                  <a:pt x="255925" y="219045"/>
                </a:cubicBezTo>
                <a:lnTo>
                  <a:pt x="214580" y="177701"/>
                </a:lnTo>
                <a:lnTo>
                  <a:pt x="214580" y="286554"/>
                </a:lnTo>
                <a:cubicBezTo>
                  <a:pt x="237172" y="297716"/>
                  <a:pt x="234494" y="323880"/>
                  <a:pt x="222706" y="335667"/>
                </a:cubicBezTo>
                <a:cubicBezTo>
                  <a:pt x="216991" y="341382"/>
                  <a:pt x="209133" y="344686"/>
                  <a:pt x="201007" y="344686"/>
                </a:cubicBezTo>
                <a:cubicBezTo>
                  <a:pt x="192881" y="344686"/>
                  <a:pt x="185112" y="341471"/>
                  <a:pt x="179308" y="335667"/>
                </a:cubicBezTo>
                <a:cubicBezTo>
                  <a:pt x="163592" y="319951"/>
                  <a:pt x="169396" y="293787"/>
                  <a:pt x="189309" y="285661"/>
                </a:cubicBezTo>
                <a:lnTo>
                  <a:pt x="189309" y="175826"/>
                </a:lnTo>
                <a:cubicBezTo>
                  <a:pt x="170736" y="168235"/>
                  <a:pt x="167342" y="148411"/>
                  <a:pt x="172700" y="135642"/>
                </a:cubicBezTo>
                <a:lnTo>
                  <a:pt x="127337" y="90190"/>
                </a:lnTo>
                <a:lnTo>
                  <a:pt x="7590" y="209937"/>
                </a:lnTo>
                <a:cubicBezTo>
                  <a:pt x="2679" y="214848"/>
                  <a:pt x="0" y="221367"/>
                  <a:pt x="0" y="228154"/>
                </a:cubicBezTo>
                <a:cubicBezTo>
                  <a:pt x="0" y="234940"/>
                  <a:pt x="2679" y="241548"/>
                  <a:pt x="7590" y="246370"/>
                </a:cubicBezTo>
                <a:lnTo>
                  <a:pt x="182255" y="421124"/>
                </a:lnTo>
                <a:cubicBezTo>
                  <a:pt x="187077" y="425946"/>
                  <a:pt x="193596" y="428625"/>
                  <a:pt x="200471" y="428625"/>
                </a:cubicBezTo>
                <a:cubicBezTo>
                  <a:pt x="207347" y="428625"/>
                  <a:pt x="213866" y="425946"/>
                  <a:pt x="218688" y="421124"/>
                </a:cubicBezTo>
                <a:lnTo>
                  <a:pt x="392549" y="247263"/>
                </a:lnTo>
                <a:cubicBezTo>
                  <a:pt x="397371" y="242441"/>
                  <a:pt x="400050" y="235833"/>
                  <a:pt x="400050" y="229046"/>
                </a:cubicBezTo>
                <a:cubicBezTo>
                  <a:pt x="400050" y="222260"/>
                  <a:pt x="397371" y="215652"/>
                  <a:pt x="392549" y="21083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11176000" y="2921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176000" y="34290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Система контроля версий для командной разработки, отслеживания изменений и управления кодом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2705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14425" y="5651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6286500"/>
            <a:ext cx="6413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HTML5, CSS3, JavaScript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43000" y="6794500"/>
            <a:ext cx="641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Фронтенд-технологии для создания интерактивного интерфейса с динамической загрузкой контента и анимациями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18500" y="52705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99500" y="565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615" y="4643"/>
                </a:moveTo>
                <a:cubicBezTo>
                  <a:pt x="220920" y="-1518"/>
                  <a:pt x="236280" y="-1518"/>
                  <a:pt x="249585" y="4643"/>
                </a:cubicBezTo>
                <a:lnTo>
                  <a:pt x="444788" y="94833"/>
                </a:lnTo>
                <a:cubicBezTo>
                  <a:pt x="452378" y="98316"/>
                  <a:pt x="457200" y="105906"/>
                  <a:pt x="457200" y="114300"/>
                </a:cubicBezTo>
                <a:cubicBezTo>
                  <a:pt x="457200" y="122694"/>
                  <a:pt x="452378" y="130284"/>
                  <a:pt x="444788" y="133767"/>
                </a:cubicBezTo>
                <a:lnTo>
                  <a:pt x="249585" y="223957"/>
                </a:lnTo>
                <a:cubicBezTo>
                  <a:pt x="236280" y="230118"/>
                  <a:pt x="220920" y="230118"/>
                  <a:pt x="207615" y="223957"/>
                </a:cubicBezTo>
                <a:lnTo>
                  <a:pt x="12412" y="133767"/>
                </a:lnTo>
                <a:cubicBezTo>
                  <a:pt x="4822" y="130195"/>
                  <a:pt x="0" y="122605"/>
                  <a:pt x="0" y="114300"/>
                </a:cubicBezTo>
                <a:cubicBezTo>
                  <a:pt x="0" y="105995"/>
                  <a:pt x="4822" y="98316"/>
                  <a:pt x="12412" y="94833"/>
                </a:cubicBezTo>
                <a:lnTo>
                  <a:pt x="207615" y="4643"/>
                </a:lnTo>
                <a:close/>
                <a:moveTo>
                  <a:pt x="42952" y="195024"/>
                </a:moveTo>
                <a:lnTo>
                  <a:pt x="189667" y="262801"/>
                </a:lnTo>
                <a:cubicBezTo>
                  <a:pt x="214402" y="274231"/>
                  <a:pt x="242888" y="274231"/>
                  <a:pt x="267623" y="262801"/>
                </a:cubicBezTo>
                <a:lnTo>
                  <a:pt x="414338" y="195024"/>
                </a:lnTo>
                <a:lnTo>
                  <a:pt x="444788" y="209133"/>
                </a:lnTo>
                <a:cubicBezTo>
                  <a:pt x="452378" y="212616"/>
                  <a:pt x="457200" y="220206"/>
                  <a:pt x="457200" y="228600"/>
                </a:cubicBezTo>
                <a:cubicBezTo>
                  <a:pt x="457200" y="236994"/>
                  <a:pt x="452378" y="244584"/>
                  <a:pt x="444788" y="248067"/>
                </a:cubicBezTo>
                <a:lnTo>
                  <a:pt x="249585" y="338257"/>
                </a:lnTo>
                <a:cubicBezTo>
                  <a:pt x="236280" y="344418"/>
                  <a:pt x="220920" y="344418"/>
                  <a:pt x="207615" y="338257"/>
                </a:cubicBezTo>
                <a:lnTo>
                  <a:pt x="12412" y="248067"/>
                </a:lnTo>
                <a:cubicBezTo>
                  <a:pt x="4822" y="244495"/>
                  <a:pt x="0" y="236905"/>
                  <a:pt x="0" y="228600"/>
                </a:cubicBezTo>
                <a:cubicBezTo>
                  <a:pt x="0" y="220295"/>
                  <a:pt x="4822" y="212616"/>
                  <a:pt x="12412" y="209133"/>
                </a:cubicBezTo>
                <a:lnTo>
                  <a:pt x="42863" y="195024"/>
                </a:lnTo>
                <a:close/>
                <a:moveTo>
                  <a:pt x="12412" y="323433"/>
                </a:moveTo>
                <a:lnTo>
                  <a:pt x="42863" y="309324"/>
                </a:lnTo>
                <a:lnTo>
                  <a:pt x="189577" y="377101"/>
                </a:lnTo>
                <a:cubicBezTo>
                  <a:pt x="214313" y="388531"/>
                  <a:pt x="242798" y="388531"/>
                  <a:pt x="267533" y="377101"/>
                </a:cubicBezTo>
                <a:lnTo>
                  <a:pt x="414248" y="309324"/>
                </a:lnTo>
                <a:lnTo>
                  <a:pt x="444698" y="323433"/>
                </a:lnTo>
                <a:cubicBezTo>
                  <a:pt x="452289" y="326916"/>
                  <a:pt x="457111" y="334506"/>
                  <a:pt x="457111" y="342900"/>
                </a:cubicBezTo>
                <a:cubicBezTo>
                  <a:pt x="457111" y="351294"/>
                  <a:pt x="452289" y="358884"/>
                  <a:pt x="444698" y="362367"/>
                </a:cubicBezTo>
                <a:lnTo>
                  <a:pt x="249495" y="452557"/>
                </a:lnTo>
                <a:cubicBezTo>
                  <a:pt x="236190" y="458718"/>
                  <a:pt x="220831" y="458718"/>
                  <a:pt x="207526" y="452557"/>
                </a:cubicBezTo>
                <a:lnTo>
                  <a:pt x="12412" y="362367"/>
                </a:lnTo>
                <a:cubicBezTo>
                  <a:pt x="4822" y="358795"/>
                  <a:pt x="0" y="351205"/>
                  <a:pt x="0" y="342900"/>
                </a:cubicBezTo>
                <a:cubicBezTo>
                  <a:pt x="0" y="334595"/>
                  <a:pt x="4822" y="326916"/>
                  <a:pt x="12412" y="323433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8699500" y="6286500"/>
            <a:ext cx="6413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Bootstrap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699500" y="6794500"/>
            <a:ext cx="641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CSS-фреймворк для адаптивной вёрстки, единообразия стилей и быстрого прототипирования интерфейса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Актуальность и цели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18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Техническая реализация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74000" y="0"/>
            <a:ext cx="330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Функционал и интерфейс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330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Перспективы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8000" y="584200"/>
            <a:ext cx="3302000" cy="25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636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приложения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62000" y="1549400"/>
            <a:ext cx="635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778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Клиент-серверная архитектура с разделением на независимые модули (MVT-паттерн Django)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2000" y="2794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2794000"/>
            <a:ext cx="279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40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КЛИЕНТ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83000" y="3175000"/>
            <a:ext cx="762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572000" y="2794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794000"/>
            <a:ext cx="279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2400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93000" y="3175000"/>
            <a:ext cx="762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382000" y="2794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2000" y="2794000"/>
            <a:ext cx="279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65F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DJANGO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303000" y="3175000"/>
            <a:ext cx="762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192000" y="2794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E0E7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192000" y="2794000"/>
            <a:ext cx="279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3730A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19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Модульная структура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47625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5050" y="5016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76200" y="66675"/>
                </a:moveTo>
                <a:cubicBezTo>
                  <a:pt x="91971" y="66675"/>
                  <a:pt x="104775" y="79479"/>
                  <a:pt x="104775" y="95250"/>
                </a:cubicBezTo>
                <a:cubicBezTo>
                  <a:pt x="104775" y="111021"/>
                  <a:pt x="91971" y="123825"/>
                  <a:pt x="76200" y="123825"/>
                </a:cubicBezTo>
                <a:cubicBezTo>
                  <a:pt x="60429" y="123825"/>
                  <a:pt x="47625" y="111021"/>
                  <a:pt x="47625" y="95250"/>
                </a:cubicBezTo>
                <a:cubicBezTo>
                  <a:pt x="47625" y="79479"/>
                  <a:pt x="60429" y="66675"/>
                  <a:pt x="76200" y="66675"/>
                </a:cubicBezTo>
                <a:close/>
                <a:moveTo>
                  <a:pt x="161925" y="133350"/>
                </a:moveTo>
                <a:cubicBezTo>
                  <a:pt x="166926" y="133350"/>
                  <a:pt x="171510" y="135969"/>
                  <a:pt x="174129" y="140196"/>
                </a:cubicBezTo>
                <a:lnTo>
                  <a:pt x="226516" y="225921"/>
                </a:lnTo>
                <a:cubicBezTo>
                  <a:pt x="229195" y="230326"/>
                  <a:pt x="229314" y="235863"/>
                  <a:pt x="226814" y="240387"/>
                </a:cubicBezTo>
                <a:cubicBezTo>
                  <a:pt x="224314" y="244912"/>
                  <a:pt x="219492" y="247650"/>
                  <a:pt x="214313" y="247650"/>
                </a:cubicBezTo>
                <a:lnTo>
                  <a:pt x="52388" y="247650"/>
                </a:lnTo>
                <a:cubicBezTo>
                  <a:pt x="47089" y="247650"/>
                  <a:pt x="42148" y="244673"/>
                  <a:pt x="39707" y="239970"/>
                </a:cubicBezTo>
                <a:cubicBezTo>
                  <a:pt x="37267" y="235268"/>
                  <a:pt x="37624" y="229553"/>
                  <a:pt x="40660" y="225207"/>
                </a:cubicBezTo>
                <a:lnTo>
                  <a:pt x="73997" y="177582"/>
                </a:lnTo>
                <a:cubicBezTo>
                  <a:pt x="76676" y="173772"/>
                  <a:pt x="81022" y="171510"/>
                  <a:pt x="85725" y="171510"/>
                </a:cubicBezTo>
                <a:cubicBezTo>
                  <a:pt x="90428" y="171510"/>
                  <a:pt x="94774" y="173772"/>
                  <a:pt x="97453" y="177582"/>
                </a:cubicBezTo>
                <a:lnTo>
                  <a:pt x="113169" y="200085"/>
                </a:lnTo>
                <a:lnTo>
                  <a:pt x="149721" y="140256"/>
                </a:lnTo>
                <a:cubicBezTo>
                  <a:pt x="152340" y="136029"/>
                  <a:pt x="156924" y="133410"/>
                  <a:pt x="161925" y="13341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1460500" y="4953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53975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Публикации и лента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45000" y="47625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8050" y="5016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lose/>
                <a:moveTo>
                  <a:pt x="115669" y="180975"/>
                </a:moveTo>
                <a:cubicBezTo>
                  <a:pt x="57031" y="180975"/>
                  <a:pt x="9525" y="228481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239494" y="304800"/>
                </a:lnTo>
                <a:cubicBezTo>
                  <a:pt x="249257" y="304800"/>
                  <a:pt x="257175" y="296882"/>
                  <a:pt x="257175" y="287119"/>
                </a:cubicBezTo>
                <a:cubicBezTo>
                  <a:pt x="257175" y="228481"/>
                  <a:pt x="209669" y="180975"/>
                  <a:pt x="151031" y="180975"/>
                </a:cubicBezTo>
                <a:lnTo>
                  <a:pt x="115669" y="180975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5143500" y="4953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99000" y="53975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Аутентификация и профили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28000" y="47625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82000" y="501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42875"/>
                </a:moveTo>
                <a:cubicBezTo>
                  <a:pt x="304800" y="221754"/>
                  <a:pt x="236577" y="285750"/>
                  <a:pt x="152400" y="285750"/>
                </a:cubicBezTo>
                <a:cubicBezTo>
                  <a:pt x="130314" y="285750"/>
                  <a:pt x="109359" y="281345"/>
                  <a:pt x="90428" y="273427"/>
                </a:cubicBezTo>
                <a:lnTo>
                  <a:pt x="19943" y="303669"/>
                </a:lnTo>
                <a:cubicBezTo>
                  <a:pt x="14347" y="306050"/>
                  <a:pt x="7918" y="304681"/>
                  <a:pt x="3810" y="300216"/>
                </a:cubicBezTo>
                <a:cubicBezTo>
                  <a:pt x="-298" y="295751"/>
                  <a:pt x="-1191" y="289203"/>
                  <a:pt x="1667" y="283845"/>
                </a:cubicBezTo>
                <a:lnTo>
                  <a:pt x="30718" y="228957"/>
                </a:lnTo>
                <a:cubicBezTo>
                  <a:pt x="11430" y="204966"/>
                  <a:pt x="0" y="175200"/>
                  <a:pt x="0" y="142875"/>
                </a:cubicBezTo>
                <a:cubicBezTo>
                  <a:pt x="0" y="63996"/>
                  <a:pt x="68223" y="0"/>
                  <a:pt x="152400" y="0"/>
                </a:cubicBezTo>
                <a:cubicBezTo>
                  <a:pt x="236577" y="0"/>
                  <a:pt x="304800" y="63996"/>
                  <a:pt x="304800" y="142875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8826500" y="4953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comments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82000" y="53975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Система комментариев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811000" y="47625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065000" y="501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3470" y="51852"/>
                </a:moveTo>
                <a:lnTo>
                  <a:pt x="152400" y="64175"/>
                </a:lnTo>
                <a:lnTo>
                  <a:pt x="161330" y="51852"/>
                </a:lnTo>
                <a:cubicBezTo>
                  <a:pt x="176212" y="31254"/>
                  <a:pt x="200144" y="19050"/>
                  <a:pt x="225564" y="19050"/>
                </a:cubicBezTo>
                <a:cubicBezTo>
                  <a:pt x="269319" y="19050"/>
                  <a:pt x="304800" y="54531"/>
                  <a:pt x="304800" y="98286"/>
                </a:cubicBezTo>
                <a:lnTo>
                  <a:pt x="304800" y="99834"/>
                </a:lnTo>
                <a:cubicBezTo>
                  <a:pt x="304800" y="166628"/>
                  <a:pt x="221516" y="244197"/>
                  <a:pt x="178058" y="277356"/>
                </a:cubicBezTo>
                <a:cubicBezTo>
                  <a:pt x="170676" y="282952"/>
                  <a:pt x="161627" y="285750"/>
                  <a:pt x="152400" y="285750"/>
                </a:cubicBezTo>
                <a:cubicBezTo>
                  <a:pt x="143173" y="285750"/>
                  <a:pt x="134064" y="283012"/>
                  <a:pt x="126742" y="277356"/>
                </a:cubicBezTo>
                <a:cubicBezTo>
                  <a:pt x="83284" y="244197"/>
                  <a:pt x="0" y="166628"/>
                  <a:pt x="0" y="99834"/>
                </a:cubicBezTo>
                <a:lnTo>
                  <a:pt x="0" y="98286"/>
                </a:lnTo>
                <a:cubicBezTo>
                  <a:pt x="0" y="54531"/>
                  <a:pt x="35481" y="19050"/>
                  <a:pt x="79236" y="19050"/>
                </a:cubicBezTo>
                <a:cubicBezTo>
                  <a:pt x="104656" y="19050"/>
                  <a:pt x="128588" y="31254"/>
                  <a:pt x="143470" y="51852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12509500" y="4953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065000" y="53975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Рейтинг и оценки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2000" y="635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MVT-паттерн Django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69215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" y="69215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Описание данных и бизнес-логики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588000" y="69215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5588000" y="69215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DBA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Обработка запросов и логика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414000" y="69215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</p:sp>
      <p:sp>
        <p:nvSpPr>
          <p:cNvPr id="45" name="Text 43"/>
          <p:cNvSpPr/>
          <p:nvPr/>
        </p:nvSpPr>
        <p:spPr>
          <a:xfrm>
            <a:off x="10414000" y="69215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Template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Отображение и рендеринг HTML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Актуальность и цели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18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Техническая реализация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74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Функционал и интерфейс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Перспективы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8000" y="584200"/>
            <a:ext cx="3302000" cy="25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636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UML: варианты использования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62000" y="1549400"/>
            <a:ext cx="635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1270000" y="2540000"/>
            <a:ext cx="0" cy="762000"/>
          </a:xfrm>
          <a:prstGeom prst="straightConnector1">
            <a:avLst/>
          </a:prstGeom>
          <a:noFill/>
          <a:ln w="25400">
            <a:solidFill>
              <a:srgbClr val="1E293B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79500" y="2159000"/>
            <a:ext cx="381000" cy="381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42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Гость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" y="4631690"/>
            <a:ext cx="0" cy="762000"/>
          </a:xfrm>
          <a:prstGeom prst="straightConnector1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079500" y="4351020"/>
            <a:ext cx="381000" cy="381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000" y="545719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Пользователь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06500" y="6760210"/>
            <a:ext cx="0" cy="762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16000" y="6379210"/>
            <a:ext cx="381000" cy="381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000" y="7644764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Администратор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413000" y="2024380"/>
            <a:ext cx="12954000" cy="660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94000" y="215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Система Pixshare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56000" y="2743199"/>
            <a:ext cx="2540000" cy="6350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6000" y="284688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40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Просмотр ленты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31000" y="2715895"/>
            <a:ext cx="2540000" cy="6350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8460" y="2768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40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Регистрация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906000" y="2667000"/>
            <a:ext cx="2540000" cy="6350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06000" y="2794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40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Вход в систему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56000" y="4064000"/>
            <a:ext cx="2540000" cy="6350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56000" y="4064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Создание поста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31000" y="4064000"/>
            <a:ext cx="2540000" cy="5080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1000" y="4064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Комментирование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894570" y="4660900"/>
            <a:ext cx="2540000" cy="6350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94570" y="476302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Лайки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556000" y="5461000"/>
            <a:ext cx="2540000" cy="6350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56000" y="5588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Редактирование профиля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31000" y="5461000"/>
            <a:ext cx="2540000" cy="6350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1000" y="552958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Подписки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556000" y="6858000"/>
            <a:ext cx="2540000" cy="6350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56000" y="6731000"/>
            <a:ext cx="2540000" cy="83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3730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Модерация контента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731000" y="6858000"/>
            <a:ext cx="2675890" cy="6350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31000" y="6858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3730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Управление пользователями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06000" y="6858000"/>
            <a:ext cx="2540000" cy="6350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06000" y="689506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3730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Просмотр статистики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778000" y="3048000"/>
            <a:ext cx="1778000" cy="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 flipV="1">
            <a:off x="1778000" y="5184592"/>
            <a:ext cx="1650990" cy="45719"/>
          </a:xfrm>
          <a:prstGeom prst="straightConnector1">
            <a:avLst/>
          </a:prstGeom>
          <a:noFill/>
          <a:ln w="12700">
            <a:solidFill>
              <a:srgbClr val="F97316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1650990" y="7268210"/>
            <a:ext cx="1778000" cy="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Актуальность и цели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18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Техническая реализация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74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Функционал и интерфейс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Перспективы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74000" y="584200"/>
            <a:ext cx="3302000" cy="25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636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Функционал платформы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62000" y="1549400"/>
            <a:ext cx="635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905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9500" y="2222500"/>
            <a:ext cx="609600" cy="60960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31900" y="2374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8761" y="38576"/>
                </a:moveTo>
                <a:lnTo>
                  <a:pt x="82570" y="57150"/>
                </a:lnTo>
                <a:lnTo>
                  <a:pt x="38100" y="57150"/>
                </a:lnTo>
                <a:cubicBezTo>
                  <a:pt x="17085" y="57150"/>
                  <a:pt x="0" y="74235"/>
                  <a:pt x="0" y="952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66700" y="285750"/>
                </a:lnTo>
                <a:cubicBezTo>
                  <a:pt x="287715" y="285750"/>
                  <a:pt x="304800" y="268665"/>
                  <a:pt x="304800" y="247650"/>
                </a:cubicBezTo>
                <a:lnTo>
                  <a:pt x="304800" y="95250"/>
                </a:lnTo>
                <a:cubicBezTo>
                  <a:pt x="304800" y="74235"/>
                  <a:pt x="287715" y="57150"/>
                  <a:pt x="266700" y="57150"/>
                </a:cubicBezTo>
                <a:lnTo>
                  <a:pt x="222230" y="57150"/>
                </a:lnTo>
                <a:lnTo>
                  <a:pt x="216039" y="38576"/>
                </a:lnTo>
                <a:cubicBezTo>
                  <a:pt x="212169" y="26908"/>
                  <a:pt x="201275" y="19050"/>
                  <a:pt x="188952" y="19050"/>
                </a:cubicBezTo>
                <a:lnTo>
                  <a:pt x="115848" y="19050"/>
                </a:lnTo>
                <a:cubicBezTo>
                  <a:pt x="103525" y="19050"/>
                  <a:pt x="92631" y="26908"/>
                  <a:pt x="88761" y="38576"/>
                </a:cubicBezTo>
                <a:close/>
                <a:moveTo>
                  <a:pt x="152400" y="114300"/>
                </a:moveTo>
                <a:cubicBezTo>
                  <a:pt x="183942" y="114300"/>
                  <a:pt x="209550" y="139908"/>
                  <a:pt x="209550" y="171450"/>
                </a:cubicBezTo>
                <a:cubicBezTo>
                  <a:pt x="209550" y="202992"/>
                  <a:pt x="183942" y="228600"/>
                  <a:pt x="152400" y="228600"/>
                </a:cubicBezTo>
                <a:cubicBezTo>
                  <a:pt x="120858" y="228600"/>
                  <a:pt x="95250" y="202992"/>
                  <a:pt x="95250" y="171450"/>
                </a:cubicBezTo>
                <a:cubicBezTo>
                  <a:pt x="95250" y="139908"/>
                  <a:pt x="120858" y="114300"/>
                  <a:pt x="152400" y="11430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1841500" y="2222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Публикация фото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9500" y="2984500"/>
            <a:ext cx="4127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Загрузка изображений с описанием, тегами и геолокацией. Поддержка основных форматов изображений.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0" y="1905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6000" y="2222500"/>
            <a:ext cx="609600" cy="60960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17" name="Shape 15"/>
          <p:cNvSpPr/>
          <p:nvPr/>
        </p:nvSpPr>
        <p:spPr>
          <a:xfrm>
            <a:off x="6229350" y="23749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85725"/>
                </a:moveTo>
                <a:cubicBezTo>
                  <a:pt x="228600" y="143589"/>
                  <a:pt x="177403" y="190500"/>
                  <a:pt x="114300" y="190500"/>
                </a:cubicBezTo>
                <a:cubicBezTo>
                  <a:pt x="98405" y="190500"/>
                  <a:pt x="83284" y="187523"/>
                  <a:pt x="69533" y="182166"/>
                </a:cubicBezTo>
                <a:lnTo>
                  <a:pt x="20955" y="207883"/>
                </a:lnTo>
                <a:cubicBezTo>
                  <a:pt x="15419" y="210800"/>
                  <a:pt x="8632" y="209788"/>
                  <a:pt x="4167" y="205383"/>
                </a:cubicBezTo>
                <a:cubicBezTo>
                  <a:pt x="-298" y="200978"/>
                  <a:pt x="-1310" y="194131"/>
                  <a:pt x="1667" y="188595"/>
                </a:cubicBezTo>
                <a:lnTo>
                  <a:pt x="22860" y="148590"/>
                </a:lnTo>
                <a:cubicBezTo>
                  <a:pt x="8513" y="131088"/>
                  <a:pt x="0" y="109299"/>
                  <a:pt x="0" y="85725"/>
                </a:cubicBezTo>
                <a:cubicBezTo>
                  <a:pt x="0" y="27861"/>
                  <a:pt x="51197" y="-19050"/>
                  <a:pt x="114300" y="-19050"/>
                </a:cubicBezTo>
                <a:cubicBezTo>
                  <a:pt x="177403" y="-19050"/>
                  <a:pt x="228600" y="27861"/>
                  <a:pt x="228600" y="85725"/>
                </a:cubicBezTo>
                <a:close/>
                <a:moveTo>
                  <a:pt x="228600" y="304800"/>
                </a:moveTo>
                <a:cubicBezTo>
                  <a:pt x="172581" y="304800"/>
                  <a:pt x="125968" y="267831"/>
                  <a:pt x="116205" y="219075"/>
                </a:cubicBezTo>
                <a:cubicBezTo>
                  <a:pt x="187643" y="218182"/>
                  <a:pt x="249734" y="167342"/>
                  <a:pt x="256580" y="98405"/>
                </a:cubicBezTo>
                <a:cubicBezTo>
                  <a:pt x="306169" y="109835"/>
                  <a:pt x="342900" y="150971"/>
                  <a:pt x="342900" y="200025"/>
                </a:cubicBezTo>
                <a:cubicBezTo>
                  <a:pt x="342900" y="223599"/>
                  <a:pt x="334387" y="245388"/>
                  <a:pt x="320040" y="262890"/>
                </a:cubicBezTo>
                <a:lnTo>
                  <a:pt x="341233" y="302895"/>
                </a:lnTo>
                <a:cubicBezTo>
                  <a:pt x="344150" y="308431"/>
                  <a:pt x="343138" y="315218"/>
                  <a:pt x="338733" y="319683"/>
                </a:cubicBezTo>
                <a:cubicBezTo>
                  <a:pt x="334328" y="324148"/>
                  <a:pt x="327481" y="325160"/>
                  <a:pt x="321945" y="322183"/>
                </a:cubicBezTo>
                <a:lnTo>
                  <a:pt x="273368" y="296466"/>
                </a:lnTo>
                <a:cubicBezTo>
                  <a:pt x="259616" y="301823"/>
                  <a:pt x="244495" y="304800"/>
                  <a:pt x="228600" y="30480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222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Комментарии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96000" y="2984500"/>
            <a:ext cx="4127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Система обсуждения публикаций с поддержкой вложенных ответов и уведомлений об ответах.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95000" y="1905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112500" y="2222500"/>
            <a:ext cx="609600" cy="60960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64900" y="2374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3470" y="51852"/>
                </a:moveTo>
                <a:lnTo>
                  <a:pt x="152400" y="64175"/>
                </a:lnTo>
                <a:lnTo>
                  <a:pt x="161330" y="51852"/>
                </a:lnTo>
                <a:cubicBezTo>
                  <a:pt x="176212" y="31254"/>
                  <a:pt x="200144" y="19050"/>
                  <a:pt x="225564" y="19050"/>
                </a:cubicBezTo>
                <a:cubicBezTo>
                  <a:pt x="269319" y="19050"/>
                  <a:pt x="304800" y="54531"/>
                  <a:pt x="304800" y="98286"/>
                </a:cubicBezTo>
                <a:lnTo>
                  <a:pt x="304800" y="99834"/>
                </a:lnTo>
                <a:cubicBezTo>
                  <a:pt x="304800" y="166628"/>
                  <a:pt x="221516" y="244197"/>
                  <a:pt x="178058" y="277356"/>
                </a:cubicBezTo>
                <a:cubicBezTo>
                  <a:pt x="170676" y="282952"/>
                  <a:pt x="161627" y="285750"/>
                  <a:pt x="152400" y="285750"/>
                </a:cubicBezTo>
                <a:cubicBezTo>
                  <a:pt x="143173" y="285750"/>
                  <a:pt x="134064" y="283012"/>
                  <a:pt x="126742" y="277356"/>
                </a:cubicBezTo>
                <a:cubicBezTo>
                  <a:pt x="83284" y="244197"/>
                  <a:pt x="0" y="166628"/>
                  <a:pt x="0" y="99834"/>
                </a:cubicBezTo>
                <a:lnTo>
                  <a:pt x="0" y="98286"/>
                </a:lnTo>
                <a:cubicBezTo>
                  <a:pt x="0" y="54531"/>
                  <a:pt x="35481" y="19050"/>
                  <a:pt x="79236" y="19050"/>
                </a:cubicBezTo>
                <a:cubicBezTo>
                  <a:pt x="104656" y="19050"/>
                  <a:pt x="128588" y="31254"/>
                  <a:pt x="143470" y="51852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11874500" y="2222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Лайки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112500" y="2984500"/>
            <a:ext cx="4127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Оценка контента с подсчётом рейтинга популярности и сортировкой публикаций по лайкам.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9500" y="5588000"/>
            <a:ext cx="609600" cy="60960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30" name="Shape 28"/>
          <p:cNvSpPr/>
          <p:nvPr/>
        </p:nvSpPr>
        <p:spPr>
          <a:xfrm>
            <a:off x="7842250" y="52705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36000" y="5588000"/>
            <a:ext cx="609600" cy="60960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32" name="Shape 30"/>
          <p:cNvSpPr/>
          <p:nvPr/>
        </p:nvSpPr>
        <p:spPr>
          <a:xfrm>
            <a:off x="8788400" y="5740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47650"/>
                </a:moveTo>
                <a:lnTo>
                  <a:pt x="0" y="71438"/>
                </a:lnTo>
                <a:cubicBezTo>
                  <a:pt x="0" y="63520"/>
                  <a:pt x="6370" y="57150"/>
                  <a:pt x="14288" y="57150"/>
                </a:cubicBezTo>
                <a:cubicBezTo>
                  <a:pt x="22205" y="57150"/>
                  <a:pt x="28575" y="63520"/>
                  <a:pt x="28575" y="71438"/>
                </a:cubicBezTo>
                <a:lnTo>
                  <a:pt x="28575" y="242888"/>
                </a:lnTo>
                <a:cubicBezTo>
                  <a:pt x="28575" y="250805"/>
                  <a:pt x="34945" y="257175"/>
                  <a:pt x="42863" y="257175"/>
                </a:cubicBezTo>
                <a:cubicBezTo>
                  <a:pt x="50780" y="257175"/>
                  <a:pt x="57150" y="250805"/>
                  <a:pt x="57150" y="242888"/>
                </a:cubicBezTo>
                <a:lnTo>
                  <a:pt x="57150" y="57150"/>
                </a:lnTo>
                <a:cubicBezTo>
                  <a:pt x="57150" y="36135"/>
                  <a:pt x="74235" y="19050"/>
                  <a:pt x="95250" y="19050"/>
                </a:cubicBezTo>
                <a:lnTo>
                  <a:pt x="266700" y="19050"/>
                </a:lnTo>
                <a:cubicBezTo>
                  <a:pt x="287715" y="19050"/>
                  <a:pt x="304800" y="36135"/>
                  <a:pt x="304800" y="57150"/>
                </a:cubicBezTo>
                <a:lnTo>
                  <a:pt x="304800" y="247650"/>
                </a:lnTo>
                <a:cubicBezTo>
                  <a:pt x="304800" y="268665"/>
                  <a:pt x="287715" y="285750"/>
                  <a:pt x="2667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close/>
                <a:moveTo>
                  <a:pt x="95250" y="76200"/>
                </a:moveTo>
                <a:lnTo>
                  <a:pt x="95250" y="114300"/>
                </a:lnTo>
                <a:cubicBezTo>
                  <a:pt x="95250" y="124837"/>
                  <a:pt x="103763" y="133350"/>
                  <a:pt x="114300" y="133350"/>
                </a:cubicBezTo>
                <a:lnTo>
                  <a:pt x="152400" y="133350"/>
                </a:lnTo>
                <a:cubicBezTo>
                  <a:pt x="162937" y="133350"/>
                  <a:pt x="171450" y="124837"/>
                  <a:pt x="171450" y="114300"/>
                </a:cubicBezTo>
                <a:lnTo>
                  <a:pt x="171450" y="76200"/>
                </a:lnTo>
                <a:cubicBezTo>
                  <a:pt x="171450" y="65663"/>
                  <a:pt x="162937" y="57150"/>
                  <a:pt x="152400" y="57150"/>
                </a:cubicBezTo>
                <a:lnTo>
                  <a:pt x="114300" y="57150"/>
                </a:lnTo>
                <a:cubicBezTo>
                  <a:pt x="103763" y="57150"/>
                  <a:pt x="95250" y="65663"/>
                  <a:pt x="95250" y="76200"/>
                </a:cubicBezTo>
                <a:close/>
                <a:moveTo>
                  <a:pt x="109537" y="219075"/>
                </a:moveTo>
                <a:cubicBezTo>
                  <a:pt x="101620" y="219075"/>
                  <a:pt x="95250" y="225445"/>
                  <a:pt x="95250" y="233363"/>
                </a:cubicBezTo>
                <a:cubicBezTo>
                  <a:pt x="95250" y="241280"/>
                  <a:pt x="101620" y="247650"/>
                  <a:pt x="109537" y="247650"/>
                </a:cubicBezTo>
                <a:lnTo>
                  <a:pt x="252413" y="247650"/>
                </a:lnTo>
                <a:cubicBezTo>
                  <a:pt x="260330" y="247650"/>
                  <a:pt x="266700" y="241280"/>
                  <a:pt x="266700" y="233363"/>
                </a:cubicBezTo>
                <a:cubicBezTo>
                  <a:pt x="266700" y="225445"/>
                  <a:pt x="260330" y="219075"/>
                  <a:pt x="252413" y="219075"/>
                </a:cubicBezTo>
                <a:lnTo>
                  <a:pt x="109537" y="219075"/>
                </a:lnTo>
                <a:close/>
                <a:moveTo>
                  <a:pt x="95250" y="176212"/>
                </a:moveTo>
                <a:cubicBezTo>
                  <a:pt x="95250" y="184130"/>
                  <a:pt x="101620" y="190500"/>
                  <a:pt x="109537" y="190500"/>
                </a:cubicBezTo>
                <a:lnTo>
                  <a:pt x="252413" y="190500"/>
                </a:lnTo>
                <a:cubicBezTo>
                  <a:pt x="260330" y="190500"/>
                  <a:pt x="266700" y="184130"/>
                  <a:pt x="266700" y="176212"/>
                </a:cubicBezTo>
                <a:cubicBezTo>
                  <a:pt x="266700" y="168295"/>
                  <a:pt x="260330" y="161925"/>
                  <a:pt x="252413" y="161925"/>
                </a:cubicBezTo>
                <a:lnTo>
                  <a:pt x="109537" y="161925"/>
                </a:lnTo>
                <a:cubicBezTo>
                  <a:pt x="101620" y="161925"/>
                  <a:pt x="95250" y="168295"/>
                  <a:pt x="95250" y="176212"/>
                </a:cubicBezTo>
                <a:close/>
                <a:moveTo>
                  <a:pt x="214313" y="104775"/>
                </a:moveTo>
                <a:cubicBezTo>
                  <a:pt x="206395" y="104775"/>
                  <a:pt x="200025" y="111145"/>
                  <a:pt x="200025" y="119062"/>
                </a:cubicBezTo>
                <a:cubicBezTo>
                  <a:pt x="200025" y="126980"/>
                  <a:pt x="206395" y="133350"/>
                  <a:pt x="214313" y="133350"/>
                </a:cubicBezTo>
                <a:lnTo>
                  <a:pt x="252413" y="133350"/>
                </a:lnTo>
                <a:cubicBezTo>
                  <a:pt x="260330" y="133350"/>
                  <a:pt x="266700" y="126980"/>
                  <a:pt x="266700" y="119062"/>
                </a:cubicBezTo>
                <a:cubicBezTo>
                  <a:pt x="266700" y="111145"/>
                  <a:pt x="260330" y="104775"/>
                  <a:pt x="252413" y="104775"/>
                </a:cubicBezTo>
                <a:lnTo>
                  <a:pt x="214313" y="104775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9398000" y="55880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Лента публикаций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636000" y="6350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Персонализированная лента с сортировкой по дате публикации и популярности контента.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Актуальность и цели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18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Техническая реализация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74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Функционал и интерфейс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Перспективы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74000" y="584200"/>
            <a:ext cx="3302000" cy="25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636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Главная страница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62000" y="1549400"/>
            <a:ext cx="635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778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Главная страница отображает ленту публикаций с карточками постов. Каждая карточка содержит фото, заголовок, описание, автора и дату.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493000" y="1778000"/>
            <a:ext cx="8001000" cy="66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00000">
                <a:alpha val="8235"/>
              </a:srgbClr>
            </a:outerShdw>
          </a:effectLst>
        </p:spPr>
      </p:sp>
      <p:pic>
        <p:nvPicPr>
          <p:cNvPr id="12" name="Image 0" descr="https://kimi-img.moonshot.cn/pub/slides/okc/4eermseyeynoe/mnt/agents/output/converted/images/image_4.png"/>
          <p:cNvPicPr>
            <a:picLocks noChangeAspect="1"/>
          </p:cNvPicPr>
          <p:nvPr/>
        </p:nvPicPr>
        <p:blipFill>
          <a:blip r:embed="rId3"/>
          <a:srcRect l="4217" r="4217"/>
          <a:stretch/>
        </p:blipFill>
        <p:spPr>
          <a:xfrm>
            <a:off x="7620000" y="1905000"/>
            <a:ext cx="7747000" cy="6350000"/>
          </a:xfrm>
          <a:prstGeom prst="roundRect">
            <a:avLst>
              <a:gd name="adj" fmla="val 5000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762000" y="3048000"/>
            <a:ext cx="2540000" cy="4064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/>
        </p:spPr>
      </p:sp>
      <p:sp>
        <p:nvSpPr>
          <p:cNvPr id="14" name="Text 11"/>
          <p:cNvSpPr/>
          <p:nvPr/>
        </p:nvSpPr>
        <p:spPr>
          <a:xfrm>
            <a:off x="762000" y="3048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Навигация: 4 раздела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3619500"/>
            <a:ext cx="2540000" cy="4064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/>
        </p:spPr>
      </p:sp>
      <p:sp>
        <p:nvSpPr>
          <p:cNvPr id="16" name="Text 13"/>
          <p:cNvSpPr/>
          <p:nvPr/>
        </p:nvSpPr>
        <p:spPr>
          <a:xfrm>
            <a:off x="762000" y="3619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Лента публикаций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4191000"/>
            <a:ext cx="2540000" cy="4064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/>
        </p:spPr>
      </p:sp>
      <p:sp>
        <p:nvSpPr>
          <p:cNvPr id="18" name="Text 15"/>
          <p:cNvSpPr/>
          <p:nvPr/>
        </p:nvSpPr>
        <p:spPr>
          <a:xfrm>
            <a:off x="762000" y="4191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Карточка поста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330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Актуальность и цели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18000" y="0"/>
            <a:ext cx="330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Техническая реализация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74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Функционал и интерфейс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Перспективы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74000" y="584200"/>
            <a:ext cx="3302000" cy="25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636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Безопасность при регистрации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62000" y="1549400"/>
            <a:ext cx="635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778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Форма регистрации с многоуровневой валидацией пароля. Система проверяет длину, распространённость и сложность пароля в реальном времени.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493000" y="1778000"/>
            <a:ext cx="8001000" cy="66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00000">
                <a:alpha val="8235"/>
              </a:srgbClr>
            </a:outerShdw>
          </a:effectLst>
        </p:spPr>
      </p:sp>
      <p:pic>
        <p:nvPicPr>
          <p:cNvPr id="12" name="Image 0" descr="https://kimi-img.moonshot.cn/pub/slides/okc/4eermseyeynoe/mnt/agents/output/converted/images/image_5.png"/>
          <p:cNvPicPr>
            <a:picLocks noChangeAspect="1"/>
          </p:cNvPicPr>
          <p:nvPr/>
        </p:nvPicPr>
        <p:blipFill>
          <a:blip r:embed="rId3"/>
          <a:srcRect t="21261" b="21261"/>
          <a:stretch/>
        </p:blipFill>
        <p:spPr>
          <a:xfrm>
            <a:off x="7620000" y="1905000"/>
            <a:ext cx="7747000" cy="6350000"/>
          </a:xfrm>
          <a:prstGeom prst="roundRect">
            <a:avLst>
              <a:gd name="adj" fmla="val 5000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762000" y="3302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3238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Минимум 8 символов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381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3746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на распространённые пароли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431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" y="4254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Запрет полностью числовых паролей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4826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1143000" y="4762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Конкретные сообщения об ошибках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Актуальность и цели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18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Техническая реализация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74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Функционал и интерфейс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Перспективы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74000" y="584200"/>
            <a:ext cx="3302000" cy="25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636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Создание поста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62000" y="1549400"/>
            <a:ext cx="635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778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Интерфейс создания публикации включает форму с названием, текстом и загрузкой изображения. Реализован счётчик символов и валидация полей.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493000" y="1778000"/>
            <a:ext cx="8001000" cy="66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00000">
                <a:alpha val="8235"/>
              </a:srgbClr>
            </a:outerShdw>
          </a:effectLst>
        </p:spPr>
      </p:sp>
      <p:pic>
        <p:nvPicPr>
          <p:cNvPr id="12" name="Image 0" descr="https://kimi-img.moonshot.cn/pub/slides/okc/4eermseyeynoe/mnt/agents/output/converted/images/image_6.png"/>
          <p:cNvPicPr>
            <a:picLocks noChangeAspect="1"/>
          </p:cNvPicPr>
          <p:nvPr/>
        </p:nvPicPr>
        <p:blipFill>
          <a:blip r:embed="rId3"/>
          <a:srcRect l="11041" r="11041"/>
          <a:stretch/>
        </p:blipFill>
        <p:spPr>
          <a:xfrm>
            <a:off x="7620000" y="1905000"/>
            <a:ext cx="7747000" cy="6350000"/>
          </a:xfrm>
          <a:prstGeom prst="roundRect">
            <a:avLst>
              <a:gd name="adj" fmla="val 5000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762000" y="3302000"/>
            <a:ext cx="3048000" cy="4064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/>
        </p:spPr>
      </p:sp>
      <p:sp>
        <p:nvSpPr>
          <p:cNvPr id="14" name="Text 11"/>
          <p:cNvSpPr/>
          <p:nvPr/>
        </p:nvSpPr>
        <p:spPr>
          <a:xfrm>
            <a:off x="762000" y="33020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Название до 100 символов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3873500"/>
            <a:ext cx="3048000" cy="4064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/>
        </p:spPr>
      </p:sp>
      <p:sp>
        <p:nvSpPr>
          <p:cNvPr id="16" name="Text 13"/>
          <p:cNvSpPr/>
          <p:nvPr/>
        </p:nvSpPr>
        <p:spPr>
          <a:xfrm>
            <a:off x="762000" y="38735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Счётчик символов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4445000"/>
            <a:ext cx="3048000" cy="4064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/>
        </p:spPr>
      </p:sp>
      <p:sp>
        <p:nvSpPr>
          <p:cNvPr id="18" name="Text 15"/>
          <p:cNvSpPr/>
          <p:nvPr/>
        </p:nvSpPr>
        <p:spPr>
          <a:xfrm>
            <a:off x="762000" y="44450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Загрузка изображения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5016500"/>
            <a:ext cx="3048000" cy="4064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50165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Валидация обязательных полей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425" y="-680720"/>
            <a:ext cx="16256000" cy="60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8425" y="-508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3600" dirty="0">
                <a:solidFill>
                  <a:srgbClr val="1E293B"/>
                </a:solidFill>
                <a:latin typeface="Liter" pitchFamily="34" charset="0"/>
              </a:rPr>
              <a:t>Видео-демонстрация работы сайта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14</a:t>
            </a:r>
            <a:endParaRPr lang="en-US" sz="1600" dirty="0"/>
          </a:p>
        </p:txBody>
      </p:sp>
      <p:pic>
        <p:nvPicPr>
          <p:cNvPr id="23" name="demnstraciia-raboty-saita_AmirovaElmira">
            <a:hlinkClick r:id="" action="ppaction://media"/>
            <a:extLst>
              <a:ext uri="{FF2B5EF4-FFF2-40B4-BE49-F238E27FC236}">
                <a16:creationId xmlns:a16="http://schemas.microsoft.com/office/drawing/2014/main" id="{3F76C103-801D-4AE9-A729-66DD5A8519E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57473" y="665480"/>
            <a:ext cx="13996952" cy="792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910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34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Актуальность и цели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18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Техническая реализация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74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Функционал и интерфейс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Перспективы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0" y="584200"/>
            <a:ext cx="3302000" cy="25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636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Планы развития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62000" y="1549400"/>
            <a:ext cx="635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9050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43000" y="2222500"/>
            <a:ext cx="609600" cy="60960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12" name="Shape 10"/>
          <p:cNvSpPr/>
          <p:nvPr/>
        </p:nvSpPr>
        <p:spPr>
          <a:xfrm>
            <a:off x="1333500" y="23749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9525" y="38100"/>
                </a:moveTo>
                <a:cubicBezTo>
                  <a:pt x="9525" y="17085"/>
                  <a:pt x="26610" y="0"/>
                  <a:pt x="47625" y="0"/>
                </a:cubicBezTo>
                <a:lnTo>
                  <a:pt x="180975" y="0"/>
                </a:lnTo>
                <a:cubicBezTo>
                  <a:pt x="201990" y="0"/>
                  <a:pt x="219075" y="17085"/>
                  <a:pt x="219075" y="38100"/>
                </a:cubicBezTo>
                <a:lnTo>
                  <a:pt x="219075" y="266700"/>
                </a:lnTo>
                <a:cubicBezTo>
                  <a:pt x="219075" y="287715"/>
                  <a:pt x="201990" y="304800"/>
                  <a:pt x="180975" y="304800"/>
                </a:cubicBezTo>
                <a:lnTo>
                  <a:pt x="47625" y="304800"/>
                </a:lnTo>
                <a:cubicBezTo>
                  <a:pt x="26610" y="304800"/>
                  <a:pt x="9525" y="287715"/>
                  <a:pt x="9525" y="266700"/>
                </a:cubicBezTo>
                <a:lnTo>
                  <a:pt x="9525" y="38100"/>
                </a:lnTo>
                <a:close/>
                <a:moveTo>
                  <a:pt x="76200" y="261937"/>
                </a:moveTo>
                <a:cubicBezTo>
                  <a:pt x="76200" y="269855"/>
                  <a:pt x="82570" y="276225"/>
                  <a:pt x="90488" y="276225"/>
                </a:cubicBezTo>
                <a:lnTo>
                  <a:pt x="138113" y="276225"/>
                </a:lnTo>
                <a:cubicBezTo>
                  <a:pt x="146030" y="276225"/>
                  <a:pt x="152400" y="269855"/>
                  <a:pt x="152400" y="261937"/>
                </a:cubicBezTo>
                <a:cubicBezTo>
                  <a:pt x="152400" y="254020"/>
                  <a:pt x="146030" y="247650"/>
                  <a:pt x="138113" y="247650"/>
                </a:cubicBezTo>
                <a:lnTo>
                  <a:pt x="90488" y="247650"/>
                </a:lnTo>
                <a:cubicBezTo>
                  <a:pt x="82570" y="247650"/>
                  <a:pt x="76200" y="254020"/>
                  <a:pt x="76200" y="261937"/>
                </a:cubicBezTo>
                <a:close/>
                <a:moveTo>
                  <a:pt x="180975" y="38100"/>
                </a:moveTo>
                <a:lnTo>
                  <a:pt x="47625" y="38100"/>
                </a:lnTo>
                <a:lnTo>
                  <a:pt x="47625" y="219075"/>
                </a:lnTo>
                <a:lnTo>
                  <a:pt x="180975" y="219075"/>
                </a:lnTo>
                <a:lnTo>
                  <a:pt x="180975" y="38100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1968500" y="2222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Мобильная версия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2921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Адаптивное PWA-приложение для iOS и Android с прямым доступом к камере устройства для мгновенной публикации фото.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18500" y="19050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99500" y="2222500"/>
            <a:ext cx="609600" cy="60960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17" name="Shape 15"/>
          <p:cNvSpPr/>
          <p:nvPr/>
        </p:nvSpPr>
        <p:spPr>
          <a:xfrm>
            <a:off x="8813800" y="23749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09550" y="0"/>
                </a:moveTo>
                <a:cubicBezTo>
                  <a:pt x="209550" y="-10537"/>
                  <a:pt x="201037" y="-19050"/>
                  <a:pt x="190500" y="-19050"/>
                </a:cubicBezTo>
                <a:cubicBezTo>
                  <a:pt x="179963" y="-19050"/>
                  <a:pt x="171450" y="-10537"/>
                  <a:pt x="171450" y="0"/>
                </a:cubicBezTo>
                <a:lnTo>
                  <a:pt x="171450" y="38100"/>
                </a:lnTo>
                <a:lnTo>
                  <a:pt x="114300" y="38100"/>
                </a:lnTo>
                <a:cubicBezTo>
                  <a:pt x="82748" y="38100"/>
                  <a:pt x="57150" y="63698"/>
                  <a:pt x="57150" y="95250"/>
                </a:cubicBezTo>
                <a:lnTo>
                  <a:pt x="57150" y="228600"/>
                </a:lnTo>
                <a:cubicBezTo>
                  <a:pt x="57150" y="260152"/>
                  <a:pt x="82748" y="285750"/>
                  <a:pt x="114300" y="285750"/>
                </a:cubicBezTo>
                <a:lnTo>
                  <a:pt x="266700" y="285750"/>
                </a:lnTo>
                <a:cubicBezTo>
                  <a:pt x="298252" y="285750"/>
                  <a:pt x="323850" y="260152"/>
                  <a:pt x="323850" y="228600"/>
                </a:cubicBezTo>
                <a:lnTo>
                  <a:pt x="323850" y="95250"/>
                </a:lnTo>
                <a:cubicBezTo>
                  <a:pt x="323850" y="63698"/>
                  <a:pt x="298252" y="38100"/>
                  <a:pt x="266700" y="38100"/>
                </a:cubicBezTo>
                <a:lnTo>
                  <a:pt x="209550" y="38100"/>
                </a:lnTo>
                <a:lnTo>
                  <a:pt x="209550" y="0"/>
                </a:lnTo>
                <a:close/>
                <a:moveTo>
                  <a:pt x="95250" y="219075"/>
                </a:moveTo>
                <a:cubicBezTo>
                  <a:pt x="95250" y="211157"/>
                  <a:pt x="101620" y="204787"/>
                  <a:pt x="109537" y="204787"/>
                </a:cubicBezTo>
                <a:lnTo>
                  <a:pt x="128588" y="204787"/>
                </a:lnTo>
                <a:cubicBezTo>
                  <a:pt x="136505" y="204787"/>
                  <a:pt x="142875" y="211157"/>
                  <a:pt x="142875" y="219075"/>
                </a:cubicBezTo>
                <a:cubicBezTo>
                  <a:pt x="142875" y="226993"/>
                  <a:pt x="136505" y="233363"/>
                  <a:pt x="128588" y="233363"/>
                </a:cubicBezTo>
                <a:lnTo>
                  <a:pt x="109537" y="233363"/>
                </a:lnTo>
                <a:cubicBezTo>
                  <a:pt x="101620" y="233363"/>
                  <a:pt x="95250" y="226993"/>
                  <a:pt x="95250" y="219075"/>
                </a:cubicBezTo>
                <a:close/>
                <a:moveTo>
                  <a:pt x="166688" y="219075"/>
                </a:moveTo>
                <a:cubicBezTo>
                  <a:pt x="166688" y="211157"/>
                  <a:pt x="173057" y="204787"/>
                  <a:pt x="180975" y="204787"/>
                </a:cubicBezTo>
                <a:lnTo>
                  <a:pt x="200025" y="204787"/>
                </a:lnTo>
                <a:cubicBezTo>
                  <a:pt x="207943" y="204787"/>
                  <a:pt x="214313" y="211157"/>
                  <a:pt x="214313" y="219075"/>
                </a:cubicBezTo>
                <a:cubicBezTo>
                  <a:pt x="214313" y="226993"/>
                  <a:pt x="207943" y="233363"/>
                  <a:pt x="200025" y="233363"/>
                </a:cubicBezTo>
                <a:lnTo>
                  <a:pt x="180975" y="233363"/>
                </a:lnTo>
                <a:cubicBezTo>
                  <a:pt x="173057" y="233363"/>
                  <a:pt x="166688" y="226993"/>
                  <a:pt x="166688" y="219075"/>
                </a:cubicBezTo>
                <a:close/>
                <a:moveTo>
                  <a:pt x="238125" y="219075"/>
                </a:moveTo>
                <a:cubicBezTo>
                  <a:pt x="238125" y="211157"/>
                  <a:pt x="244495" y="204787"/>
                  <a:pt x="252413" y="204787"/>
                </a:cubicBezTo>
                <a:lnTo>
                  <a:pt x="271463" y="204787"/>
                </a:lnTo>
                <a:cubicBezTo>
                  <a:pt x="279380" y="204787"/>
                  <a:pt x="285750" y="211157"/>
                  <a:pt x="285750" y="219075"/>
                </a:cubicBezTo>
                <a:cubicBezTo>
                  <a:pt x="285750" y="226993"/>
                  <a:pt x="279380" y="233363"/>
                  <a:pt x="271463" y="233363"/>
                </a:cubicBezTo>
                <a:lnTo>
                  <a:pt x="252413" y="233363"/>
                </a:lnTo>
                <a:cubicBezTo>
                  <a:pt x="244495" y="233363"/>
                  <a:pt x="238125" y="226993"/>
                  <a:pt x="238125" y="219075"/>
                </a:cubicBezTo>
                <a:close/>
                <a:moveTo>
                  <a:pt x="133350" y="104775"/>
                </a:moveTo>
                <a:cubicBezTo>
                  <a:pt x="149121" y="104775"/>
                  <a:pt x="161925" y="117579"/>
                  <a:pt x="161925" y="133350"/>
                </a:cubicBezTo>
                <a:cubicBezTo>
                  <a:pt x="161925" y="149121"/>
                  <a:pt x="149121" y="161925"/>
                  <a:pt x="133350" y="161925"/>
                </a:cubicBezTo>
                <a:cubicBezTo>
                  <a:pt x="117579" y="161925"/>
                  <a:pt x="104775" y="149121"/>
                  <a:pt x="104775" y="133350"/>
                </a:cubicBezTo>
                <a:cubicBezTo>
                  <a:pt x="104775" y="117579"/>
                  <a:pt x="117579" y="104775"/>
                  <a:pt x="133350" y="104775"/>
                </a:cubicBezTo>
                <a:close/>
                <a:moveTo>
                  <a:pt x="219075" y="133350"/>
                </a:moveTo>
                <a:cubicBezTo>
                  <a:pt x="219075" y="117579"/>
                  <a:pt x="231879" y="104775"/>
                  <a:pt x="247650" y="104775"/>
                </a:cubicBezTo>
                <a:cubicBezTo>
                  <a:pt x="263421" y="104775"/>
                  <a:pt x="276225" y="117579"/>
                  <a:pt x="276225" y="133350"/>
                </a:cubicBezTo>
                <a:cubicBezTo>
                  <a:pt x="276225" y="149121"/>
                  <a:pt x="263421" y="161925"/>
                  <a:pt x="247650" y="161925"/>
                </a:cubicBezTo>
                <a:cubicBezTo>
                  <a:pt x="231879" y="161925"/>
                  <a:pt x="219075" y="149121"/>
                  <a:pt x="219075" y="133350"/>
                </a:cubicBezTo>
                <a:close/>
                <a:moveTo>
                  <a:pt x="38100" y="133350"/>
                </a:moveTo>
                <a:cubicBezTo>
                  <a:pt x="38100" y="122813"/>
                  <a:pt x="29587" y="114300"/>
                  <a:pt x="19050" y="114300"/>
                </a:cubicBezTo>
                <a:cubicBezTo>
                  <a:pt x="8513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8513" y="209550"/>
                  <a:pt x="19050" y="209550"/>
                </a:cubicBezTo>
                <a:cubicBezTo>
                  <a:pt x="29587" y="209550"/>
                  <a:pt x="38100" y="201037"/>
                  <a:pt x="38100" y="190500"/>
                </a:cubicBezTo>
                <a:lnTo>
                  <a:pt x="38100" y="133350"/>
                </a:lnTo>
                <a:close/>
                <a:moveTo>
                  <a:pt x="361950" y="114300"/>
                </a:moveTo>
                <a:cubicBezTo>
                  <a:pt x="351413" y="114300"/>
                  <a:pt x="342900" y="122813"/>
                  <a:pt x="342900" y="133350"/>
                </a:cubicBezTo>
                <a:lnTo>
                  <a:pt x="342900" y="190500"/>
                </a:lnTo>
                <a:cubicBezTo>
                  <a:pt x="342900" y="201037"/>
                  <a:pt x="351413" y="209550"/>
                  <a:pt x="361950" y="209550"/>
                </a:cubicBezTo>
                <a:cubicBezTo>
                  <a:pt x="372487" y="209550"/>
                  <a:pt x="381000" y="201037"/>
                  <a:pt x="381000" y="19050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0" y="2222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Интеграция ИИ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99500" y="2921000"/>
            <a:ext cx="6413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Автоматическое распознавание объектов на фото, генерация тегов, умные фильтры и рекомендации контента.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2070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43000" y="5524500"/>
            <a:ext cx="609600" cy="60960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22" name="Shape 20"/>
          <p:cNvSpPr/>
          <p:nvPr/>
        </p:nvSpPr>
        <p:spPr>
          <a:xfrm>
            <a:off x="1276350" y="56769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95250" y="0"/>
                </a:moveTo>
                <a:cubicBezTo>
                  <a:pt x="105787" y="0"/>
                  <a:pt x="114300" y="8513"/>
                  <a:pt x="114300" y="19050"/>
                </a:cubicBezTo>
                <a:lnTo>
                  <a:pt x="114300" y="38100"/>
                </a:lnTo>
                <a:lnTo>
                  <a:pt x="190500" y="38100"/>
                </a:lnTo>
                <a:cubicBezTo>
                  <a:pt x="201037" y="38100"/>
                  <a:pt x="209550" y="46613"/>
                  <a:pt x="209550" y="57150"/>
                </a:cubicBezTo>
                <a:cubicBezTo>
                  <a:pt x="209550" y="67687"/>
                  <a:pt x="201037" y="76200"/>
                  <a:pt x="190500" y="76200"/>
                </a:cubicBezTo>
                <a:lnTo>
                  <a:pt x="184785" y="76200"/>
                </a:lnTo>
                <a:lnTo>
                  <a:pt x="179784" y="89952"/>
                </a:lnTo>
                <a:cubicBezTo>
                  <a:pt x="170021" y="116860"/>
                  <a:pt x="155317" y="141446"/>
                  <a:pt x="136803" y="162580"/>
                </a:cubicBezTo>
                <a:cubicBezTo>
                  <a:pt x="145256" y="167819"/>
                  <a:pt x="154067" y="172462"/>
                  <a:pt x="163235" y="176570"/>
                </a:cubicBezTo>
                <a:lnTo>
                  <a:pt x="193238" y="189905"/>
                </a:lnTo>
                <a:lnTo>
                  <a:pt x="230267" y="106561"/>
                </a:lnTo>
                <a:cubicBezTo>
                  <a:pt x="233303" y="99655"/>
                  <a:pt x="240149" y="95250"/>
                  <a:pt x="247650" y="95250"/>
                </a:cubicBezTo>
                <a:cubicBezTo>
                  <a:pt x="255151" y="95250"/>
                  <a:pt x="261997" y="99655"/>
                  <a:pt x="265033" y="106561"/>
                </a:cubicBezTo>
                <a:lnTo>
                  <a:pt x="341233" y="278011"/>
                </a:lnTo>
                <a:cubicBezTo>
                  <a:pt x="345519" y="287655"/>
                  <a:pt x="341174" y="298906"/>
                  <a:pt x="331589" y="303133"/>
                </a:cubicBezTo>
                <a:cubicBezTo>
                  <a:pt x="322005" y="307360"/>
                  <a:pt x="310694" y="303074"/>
                  <a:pt x="306467" y="293489"/>
                </a:cubicBezTo>
                <a:lnTo>
                  <a:pt x="294561" y="266700"/>
                </a:lnTo>
                <a:lnTo>
                  <a:pt x="200799" y="266700"/>
                </a:lnTo>
                <a:lnTo>
                  <a:pt x="188893" y="293489"/>
                </a:lnTo>
                <a:cubicBezTo>
                  <a:pt x="184606" y="303133"/>
                  <a:pt x="173355" y="307419"/>
                  <a:pt x="163770" y="303133"/>
                </a:cubicBezTo>
                <a:cubicBezTo>
                  <a:pt x="154186" y="298847"/>
                  <a:pt x="149840" y="287595"/>
                  <a:pt x="154126" y="278011"/>
                </a:cubicBezTo>
                <a:lnTo>
                  <a:pt x="177820" y="224730"/>
                </a:lnTo>
                <a:lnTo>
                  <a:pt x="147816" y="211395"/>
                </a:lnTo>
                <a:cubicBezTo>
                  <a:pt x="134124" y="205323"/>
                  <a:pt x="121027" y="198060"/>
                  <a:pt x="108645" y="189726"/>
                </a:cubicBezTo>
                <a:cubicBezTo>
                  <a:pt x="95964" y="199965"/>
                  <a:pt x="82094" y="208895"/>
                  <a:pt x="67270" y="216337"/>
                </a:cubicBezTo>
                <a:lnTo>
                  <a:pt x="46613" y="226576"/>
                </a:lnTo>
                <a:cubicBezTo>
                  <a:pt x="37207" y="231279"/>
                  <a:pt x="25777" y="227469"/>
                  <a:pt x="21074" y="218063"/>
                </a:cubicBezTo>
                <a:cubicBezTo>
                  <a:pt x="16371" y="208657"/>
                  <a:pt x="20181" y="197227"/>
                  <a:pt x="29587" y="192524"/>
                </a:cubicBezTo>
                <a:lnTo>
                  <a:pt x="50125" y="182225"/>
                </a:lnTo>
                <a:cubicBezTo>
                  <a:pt x="59829" y="177344"/>
                  <a:pt x="69056" y="171688"/>
                  <a:pt x="77748" y="165378"/>
                </a:cubicBezTo>
                <a:cubicBezTo>
                  <a:pt x="69533" y="157817"/>
                  <a:pt x="61793" y="149662"/>
                  <a:pt x="54590" y="141030"/>
                </a:cubicBezTo>
                <a:lnTo>
                  <a:pt x="48578" y="133767"/>
                </a:lnTo>
                <a:cubicBezTo>
                  <a:pt x="41850" y="125670"/>
                  <a:pt x="42922" y="113645"/>
                  <a:pt x="51018" y="106918"/>
                </a:cubicBezTo>
                <a:cubicBezTo>
                  <a:pt x="59115" y="100191"/>
                  <a:pt x="71140" y="101263"/>
                  <a:pt x="77867" y="109359"/>
                </a:cubicBezTo>
                <a:lnTo>
                  <a:pt x="83939" y="116622"/>
                </a:lnTo>
                <a:cubicBezTo>
                  <a:pt x="90785" y="124897"/>
                  <a:pt x="98286" y="132576"/>
                  <a:pt x="106204" y="139660"/>
                </a:cubicBezTo>
                <a:cubicBezTo>
                  <a:pt x="122575" y="121563"/>
                  <a:pt x="135493" y="100310"/>
                  <a:pt x="144006" y="76914"/>
                </a:cubicBezTo>
                <a:lnTo>
                  <a:pt x="144304" y="76200"/>
                </a:lnTo>
                <a:lnTo>
                  <a:pt x="19110" y="76200"/>
                </a:lnTo>
                <a:cubicBezTo>
                  <a:pt x="8513" y="76200"/>
                  <a:pt x="0" y="67687"/>
                  <a:pt x="0" y="57150"/>
                </a:cubicBezTo>
                <a:cubicBezTo>
                  <a:pt x="0" y="46613"/>
                  <a:pt x="8513" y="38100"/>
                  <a:pt x="19050" y="38100"/>
                </a:cubicBezTo>
                <a:lnTo>
                  <a:pt x="76200" y="38100"/>
                </a:lnTo>
                <a:lnTo>
                  <a:pt x="76200" y="19050"/>
                </a:lnTo>
                <a:cubicBezTo>
                  <a:pt x="76200" y="8513"/>
                  <a:pt x="84713" y="0"/>
                  <a:pt x="95250" y="0"/>
                </a:cubicBezTo>
                <a:close/>
                <a:moveTo>
                  <a:pt x="247650" y="161211"/>
                </a:moveTo>
                <a:lnTo>
                  <a:pt x="217706" y="228600"/>
                </a:lnTo>
                <a:lnTo>
                  <a:pt x="277594" y="228600"/>
                </a:lnTo>
                <a:lnTo>
                  <a:pt x="247650" y="161211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1968500" y="5524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Мультиязычность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6223000"/>
            <a:ext cx="6413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Поддержка русского, английского и татарского языков для расширения аудитории и доступности платформы.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18500" y="52070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99500" y="5524500"/>
            <a:ext cx="609600" cy="60960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27" name="Shape 25"/>
          <p:cNvSpPr/>
          <p:nvPr/>
        </p:nvSpPr>
        <p:spPr>
          <a:xfrm>
            <a:off x="8832850" y="56769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5038" y="142875"/>
                </a:moveTo>
                <a:lnTo>
                  <a:pt x="200263" y="142875"/>
                </a:lnTo>
                <a:cubicBezTo>
                  <a:pt x="189726" y="142875"/>
                  <a:pt x="181213" y="134362"/>
                  <a:pt x="181213" y="123825"/>
                </a:cubicBezTo>
                <a:lnTo>
                  <a:pt x="181213" y="19050"/>
                </a:lnTo>
                <a:cubicBezTo>
                  <a:pt x="181213" y="8513"/>
                  <a:pt x="189786" y="-119"/>
                  <a:pt x="200204" y="1250"/>
                </a:cubicBezTo>
                <a:cubicBezTo>
                  <a:pt x="263902" y="9704"/>
                  <a:pt x="314385" y="60186"/>
                  <a:pt x="322838" y="123885"/>
                </a:cubicBezTo>
                <a:cubicBezTo>
                  <a:pt x="324207" y="134303"/>
                  <a:pt x="315575" y="142875"/>
                  <a:pt x="305038" y="142875"/>
                </a:cubicBezTo>
                <a:close/>
                <a:moveTo>
                  <a:pt x="132517" y="22146"/>
                </a:moveTo>
                <a:cubicBezTo>
                  <a:pt x="143292" y="19883"/>
                  <a:pt x="152638" y="28694"/>
                  <a:pt x="152638" y="39707"/>
                </a:cubicBezTo>
                <a:lnTo>
                  <a:pt x="152638" y="157163"/>
                </a:lnTo>
                <a:cubicBezTo>
                  <a:pt x="152638" y="160496"/>
                  <a:pt x="153829" y="163711"/>
                  <a:pt x="155912" y="166271"/>
                </a:cubicBezTo>
                <a:lnTo>
                  <a:pt x="234553" y="261164"/>
                </a:lnTo>
                <a:cubicBezTo>
                  <a:pt x="241518" y="269558"/>
                  <a:pt x="240030" y="282238"/>
                  <a:pt x="230445" y="287417"/>
                </a:cubicBezTo>
                <a:cubicBezTo>
                  <a:pt x="210145" y="298490"/>
                  <a:pt x="186869" y="304800"/>
                  <a:pt x="162163" y="304800"/>
                </a:cubicBezTo>
                <a:cubicBezTo>
                  <a:pt x="83284" y="304800"/>
                  <a:pt x="19288" y="240804"/>
                  <a:pt x="19288" y="161925"/>
                </a:cubicBezTo>
                <a:cubicBezTo>
                  <a:pt x="19288" y="93166"/>
                  <a:pt x="67806" y="35778"/>
                  <a:pt x="132517" y="22146"/>
                </a:cubicBezTo>
                <a:close/>
                <a:moveTo>
                  <a:pt x="284440" y="171450"/>
                </a:moveTo>
                <a:lnTo>
                  <a:pt x="322540" y="171450"/>
                </a:lnTo>
                <a:cubicBezTo>
                  <a:pt x="333554" y="171450"/>
                  <a:pt x="342364" y="180796"/>
                  <a:pt x="340102" y="191572"/>
                </a:cubicBezTo>
                <a:cubicBezTo>
                  <a:pt x="334030" y="220385"/>
                  <a:pt x="319266" y="245983"/>
                  <a:pt x="298668" y="265509"/>
                </a:cubicBezTo>
                <a:cubicBezTo>
                  <a:pt x="291346" y="272475"/>
                  <a:pt x="279856" y="270986"/>
                  <a:pt x="273427" y="263188"/>
                </a:cubicBezTo>
                <a:lnTo>
                  <a:pt x="223183" y="202644"/>
                </a:lnTo>
                <a:cubicBezTo>
                  <a:pt x="212884" y="190202"/>
                  <a:pt x="221754" y="171450"/>
                  <a:pt x="237827" y="171450"/>
                </a:cubicBezTo>
                <a:lnTo>
                  <a:pt x="284381" y="171450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0" y="5524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Продвинутая аналитика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699500" y="6223000"/>
            <a:ext cx="6413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Статистика просмотров, вовлечённости аудитории и аналитика роста для авторов контента.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330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Актуальность и цели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18000" y="0"/>
            <a:ext cx="330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Техническая реализация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74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Функционал и интерфейс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330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9731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Перспективы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0" y="584200"/>
            <a:ext cx="3302000" cy="25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636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Заключение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62000" y="1549400"/>
            <a:ext cx="635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9050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43000" y="2019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778000" y="1905000"/>
            <a:ext cx="133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Архитектура:</a:t>
            </a: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реализована полноценная клиент-серверная архитектура на Django с модульной структурой проекта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7940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43000" y="2908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778000" y="2794000"/>
            <a:ext cx="133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База данных:</a:t>
            </a: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спроектирована и внедрена реляционная БД PostgreSQL с нормализованной схемой данных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6830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43000" y="3797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778000" y="3683000"/>
            <a:ext cx="133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Интерфейс:</a:t>
            </a: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разработан интуитивно понятный UI с адаптивным дизайном и системой валидации данных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5720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4686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1778000" y="4572000"/>
            <a:ext cx="133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Перспективы: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проект готов к дальнейшему развитию — заложена основа для мобильной версии, ИИ-функций и мультиязычности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461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Исходный код: </a:t>
            </a:r>
            <a:r>
              <a:rPr lang="en-US" sz="1600" u="sng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github.com/elmiramiro/Pixshare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eermseyeynoe/mnt/agents/output/pixshare_enhanced/images/6_Bokeh_abstract_camera_dark_lens_light.png"/>
          <p:cNvPicPr>
            <a:picLocks noChangeAspect="1"/>
          </p:cNvPicPr>
          <p:nvPr/>
        </p:nvPicPr>
        <p:blipFill>
          <a:blip r:embed="rId3"/>
          <a:srcRect t="5000" b="50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80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2413000" y="3175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kern="0" spc="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Спасибо за внимание!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4445000"/>
            <a:ext cx="2540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Shape 4"/>
          <p:cNvSpPr/>
          <p:nvPr/>
        </p:nvSpPr>
        <p:spPr>
          <a:xfrm>
            <a:off x="3683000" y="5080000"/>
            <a:ext cx="4064000" cy="1016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0779" y="276007"/>
                </a:moveTo>
                <a:cubicBezTo>
                  <a:pt x="120779" y="277396"/>
                  <a:pt x="119182" y="278507"/>
                  <a:pt x="117167" y="278507"/>
                </a:cubicBezTo>
                <a:cubicBezTo>
                  <a:pt x="114875" y="278715"/>
                  <a:pt x="113278" y="277604"/>
                  <a:pt x="113278" y="276007"/>
                </a:cubicBezTo>
                <a:cubicBezTo>
                  <a:pt x="113278" y="274618"/>
                  <a:pt x="114875" y="273506"/>
                  <a:pt x="116890" y="273506"/>
                </a:cubicBezTo>
                <a:cubicBezTo>
                  <a:pt x="118973" y="273298"/>
                  <a:pt x="120779" y="274409"/>
                  <a:pt x="120779" y="276007"/>
                </a:cubicBezTo>
                <a:close/>
                <a:moveTo>
                  <a:pt x="99179" y="272881"/>
                </a:moveTo>
                <a:cubicBezTo>
                  <a:pt x="98693" y="274270"/>
                  <a:pt x="100082" y="275868"/>
                  <a:pt x="102166" y="276285"/>
                </a:cubicBezTo>
                <a:cubicBezTo>
                  <a:pt x="103971" y="276979"/>
                  <a:pt x="106055" y="276285"/>
                  <a:pt x="106472" y="274895"/>
                </a:cubicBezTo>
                <a:cubicBezTo>
                  <a:pt x="106888" y="273506"/>
                  <a:pt x="105569" y="271909"/>
                  <a:pt x="103485" y="271284"/>
                </a:cubicBezTo>
                <a:cubicBezTo>
                  <a:pt x="101679" y="270798"/>
                  <a:pt x="99665" y="271492"/>
                  <a:pt x="99179" y="272881"/>
                </a:cubicBezTo>
                <a:close/>
                <a:moveTo>
                  <a:pt x="129877" y="271701"/>
                </a:moveTo>
                <a:cubicBezTo>
                  <a:pt x="127863" y="272187"/>
                  <a:pt x="126474" y="273506"/>
                  <a:pt x="126683" y="275104"/>
                </a:cubicBezTo>
                <a:cubicBezTo>
                  <a:pt x="126891" y="276493"/>
                  <a:pt x="128697" y="277396"/>
                  <a:pt x="130780" y="276910"/>
                </a:cubicBezTo>
                <a:cubicBezTo>
                  <a:pt x="132794" y="276423"/>
                  <a:pt x="134183" y="275104"/>
                  <a:pt x="133975" y="273715"/>
                </a:cubicBezTo>
                <a:cubicBezTo>
                  <a:pt x="133767" y="272395"/>
                  <a:pt x="131891" y="271492"/>
                  <a:pt x="129877" y="271701"/>
                </a:cubicBezTo>
                <a:close/>
                <a:moveTo>
                  <a:pt x="175577" y="5556"/>
                </a:moveTo>
                <a:cubicBezTo>
                  <a:pt x="79246" y="5556"/>
                  <a:pt x="5556" y="78690"/>
                  <a:pt x="5556" y="175022"/>
                </a:cubicBezTo>
                <a:cubicBezTo>
                  <a:pt x="5556" y="252045"/>
                  <a:pt x="54035" y="317956"/>
                  <a:pt x="123279" y="341154"/>
                </a:cubicBezTo>
                <a:cubicBezTo>
                  <a:pt x="132169" y="342751"/>
                  <a:pt x="135295" y="337264"/>
                  <a:pt x="135295" y="332750"/>
                </a:cubicBezTo>
                <a:cubicBezTo>
                  <a:pt x="135295" y="328444"/>
                  <a:pt x="135086" y="304691"/>
                  <a:pt x="135086" y="290106"/>
                </a:cubicBezTo>
                <a:cubicBezTo>
                  <a:pt x="135086" y="290106"/>
                  <a:pt x="86469" y="300524"/>
                  <a:pt x="76260" y="269409"/>
                </a:cubicBezTo>
                <a:cubicBezTo>
                  <a:pt x="76260" y="269409"/>
                  <a:pt x="68342" y="249198"/>
                  <a:pt x="56952" y="243989"/>
                </a:cubicBezTo>
                <a:cubicBezTo>
                  <a:pt x="56952" y="243989"/>
                  <a:pt x="41047" y="233085"/>
                  <a:pt x="58063" y="233293"/>
                </a:cubicBezTo>
                <a:cubicBezTo>
                  <a:pt x="58063" y="233293"/>
                  <a:pt x="75357" y="234682"/>
                  <a:pt x="84872" y="251212"/>
                </a:cubicBezTo>
                <a:cubicBezTo>
                  <a:pt x="100082" y="278021"/>
                  <a:pt x="125571" y="270312"/>
                  <a:pt x="135503" y="265728"/>
                </a:cubicBezTo>
                <a:cubicBezTo>
                  <a:pt x="137100" y="254615"/>
                  <a:pt x="141615" y="246906"/>
                  <a:pt x="146616" y="242322"/>
                </a:cubicBezTo>
                <a:cubicBezTo>
                  <a:pt x="107791" y="238016"/>
                  <a:pt x="68620" y="232390"/>
                  <a:pt x="68620" y="165576"/>
                </a:cubicBezTo>
                <a:cubicBezTo>
                  <a:pt x="68620" y="146477"/>
                  <a:pt x="73898" y="136892"/>
                  <a:pt x="85011" y="124668"/>
                </a:cubicBezTo>
                <a:cubicBezTo>
                  <a:pt x="83205" y="120154"/>
                  <a:pt x="77301" y="101540"/>
                  <a:pt x="86816" y="77510"/>
                </a:cubicBezTo>
                <a:cubicBezTo>
                  <a:pt x="101332" y="72995"/>
                  <a:pt x="134739" y="96262"/>
                  <a:pt x="134739" y="96262"/>
                </a:cubicBezTo>
                <a:cubicBezTo>
                  <a:pt x="148630" y="92373"/>
                  <a:pt x="163562" y="90359"/>
                  <a:pt x="178356" y="90359"/>
                </a:cubicBezTo>
                <a:cubicBezTo>
                  <a:pt x="193149" y="90359"/>
                  <a:pt x="208082" y="92373"/>
                  <a:pt x="221972" y="96262"/>
                </a:cubicBezTo>
                <a:cubicBezTo>
                  <a:pt x="221972" y="96262"/>
                  <a:pt x="255379" y="72926"/>
                  <a:pt x="269895" y="77510"/>
                </a:cubicBezTo>
                <a:cubicBezTo>
                  <a:pt x="279410" y="101610"/>
                  <a:pt x="273506" y="120154"/>
                  <a:pt x="271701" y="124668"/>
                </a:cubicBezTo>
                <a:cubicBezTo>
                  <a:pt x="282813" y="136962"/>
                  <a:pt x="289620" y="146546"/>
                  <a:pt x="289620" y="165576"/>
                </a:cubicBezTo>
                <a:cubicBezTo>
                  <a:pt x="289620" y="232599"/>
                  <a:pt x="248712" y="237946"/>
                  <a:pt x="209887" y="242322"/>
                </a:cubicBezTo>
                <a:cubicBezTo>
                  <a:pt x="216277" y="247809"/>
                  <a:pt x="221694" y="258227"/>
                  <a:pt x="221694" y="274548"/>
                </a:cubicBezTo>
                <a:cubicBezTo>
                  <a:pt x="221694" y="297954"/>
                  <a:pt x="221486" y="326916"/>
                  <a:pt x="221486" y="332611"/>
                </a:cubicBezTo>
                <a:cubicBezTo>
                  <a:pt x="221486" y="337125"/>
                  <a:pt x="224681" y="342612"/>
                  <a:pt x="233501" y="341015"/>
                </a:cubicBezTo>
                <a:cubicBezTo>
                  <a:pt x="302955" y="317956"/>
                  <a:pt x="350044" y="252045"/>
                  <a:pt x="350044" y="175022"/>
                </a:cubicBezTo>
                <a:cubicBezTo>
                  <a:pt x="350044" y="78690"/>
                  <a:pt x="271909" y="5556"/>
                  <a:pt x="175578" y="5556"/>
                </a:cubicBezTo>
                <a:close/>
                <a:moveTo>
                  <a:pt x="73065" y="245100"/>
                </a:moveTo>
                <a:cubicBezTo>
                  <a:pt x="72162" y="245795"/>
                  <a:pt x="72370" y="247392"/>
                  <a:pt x="73551" y="248712"/>
                </a:cubicBezTo>
                <a:cubicBezTo>
                  <a:pt x="74662" y="249823"/>
                  <a:pt x="76260" y="250309"/>
                  <a:pt x="77162" y="249406"/>
                </a:cubicBezTo>
                <a:cubicBezTo>
                  <a:pt x="78065" y="248712"/>
                  <a:pt x="77857" y="247114"/>
                  <a:pt x="76676" y="245795"/>
                </a:cubicBezTo>
                <a:cubicBezTo>
                  <a:pt x="75565" y="244683"/>
                  <a:pt x="73968" y="244197"/>
                  <a:pt x="73065" y="245100"/>
                </a:cubicBezTo>
                <a:close/>
                <a:moveTo>
                  <a:pt x="65564" y="239474"/>
                </a:moveTo>
                <a:cubicBezTo>
                  <a:pt x="65078" y="240377"/>
                  <a:pt x="65772" y="241489"/>
                  <a:pt x="67161" y="242183"/>
                </a:cubicBezTo>
                <a:cubicBezTo>
                  <a:pt x="68272" y="242878"/>
                  <a:pt x="69661" y="242669"/>
                  <a:pt x="70148" y="241697"/>
                </a:cubicBezTo>
                <a:cubicBezTo>
                  <a:pt x="70634" y="240794"/>
                  <a:pt x="69939" y="239683"/>
                  <a:pt x="68550" y="238988"/>
                </a:cubicBezTo>
                <a:cubicBezTo>
                  <a:pt x="67161" y="238571"/>
                  <a:pt x="66050" y="238780"/>
                  <a:pt x="65564" y="239474"/>
                </a:cubicBezTo>
                <a:close/>
                <a:moveTo>
                  <a:pt x="88067" y="264200"/>
                </a:moveTo>
                <a:cubicBezTo>
                  <a:pt x="86955" y="265103"/>
                  <a:pt x="87372" y="267186"/>
                  <a:pt x="88969" y="268506"/>
                </a:cubicBezTo>
                <a:cubicBezTo>
                  <a:pt x="90567" y="270103"/>
                  <a:pt x="92581" y="270312"/>
                  <a:pt x="93484" y="269200"/>
                </a:cubicBezTo>
                <a:cubicBezTo>
                  <a:pt x="94387" y="268297"/>
                  <a:pt x="93970" y="266214"/>
                  <a:pt x="92581" y="264894"/>
                </a:cubicBezTo>
                <a:cubicBezTo>
                  <a:pt x="91053" y="263297"/>
                  <a:pt x="88969" y="263088"/>
                  <a:pt x="88067" y="264200"/>
                </a:cubicBezTo>
                <a:close/>
                <a:moveTo>
                  <a:pt x="80149" y="253990"/>
                </a:moveTo>
                <a:cubicBezTo>
                  <a:pt x="79038" y="254685"/>
                  <a:pt x="79038" y="256490"/>
                  <a:pt x="80149" y="258088"/>
                </a:cubicBezTo>
                <a:cubicBezTo>
                  <a:pt x="81260" y="259685"/>
                  <a:pt x="83135" y="260380"/>
                  <a:pt x="84038" y="259685"/>
                </a:cubicBezTo>
                <a:cubicBezTo>
                  <a:pt x="85150" y="258782"/>
                  <a:pt x="85150" y="256977"/>
                  <a:pt x="84038" y="255379"/>
                </a:cubicBezTo>
                <a:cubicBezTo>
                  <a:pt x="83066" y="253782"/>
                  <a:pt x="81260" y="253087"/>
                  <a:pt x="80149" y="25399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4508500" y="50800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u="sng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github.com/elmiramiro/Pixshare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01000" y="5080000"/>
            <a:ext cx="4064000" cy="1016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185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1264" y="17363"/>
                </a:moveTo>
                <a:cubicBezTo>
                  <a:pt x="105777" y="4237"/>
                  <a:pt x="91470" y="-2709"/>
                  <a:pt x="77857" y="972"/>
                </a:cubicBezTo>
                <a:lnTo>
                  <a:pt x="74037" y="2014"/>
                </a:lnTo>
                <a:cubicBezTo>
                  <a:pt x="29170" y="14238"/>
                  <a:pt x="-9168" y="57716"/>
                  <a:pt x="2014" y="110639"/>
                </a:cubicBezTo>
                <a:cubicBezTo>
                  <a:pt x="27781" y="232182"/>
                  <a:pt x="123418" y="327819"/>
                  <a:pt x="244961" y="353586"/>
                </a:cubicBezTo>
                <a:cubicBezTo>
                  <a:pt x="297954" y="364837"/>
                  <a:pt x="341362" y="326430"/>
                  <a:pt x="353586" y="281563"/>
                </a:cubicBezTo>
                <a:lnTo>
                  <a:pt x="354628" y="277743"/>
                </a:lnTo>
                <a:cubicBezTo>
                  <a:pt x="358378" y="264061"/>
                  <a:pt x="351363" y="249753"/>
                  <a:pt x="338306" y="244336"/>
                </a:cubicBezTo>
                <a:lnTo>
                  <a:pt x="270728" y="216208"/>
                </a:lnTo>
                <a:cubicBezTo>
                  <a:pt x="259269" y="211415"/>
                  <a:pt x="246003" y="214749"/>
                  <a:pt x="238085" y="224403"/>
                </a:cubicBezTo>
                <a:lnTo>
                  <a:pt x="211276" y="257185"/>
                </a:lnTo>
                <a:cubicBezTo>
                  <a:pt x="162451" y="232946"/>
                  <a:pt x="123140" y="192385"/>
                  <a:pt x="100568" y="142587"/>
                </a:cubicBezTo>
                <a:lnTo>
                  <a:pt x="131266" y="117584"/>
                </a:lnTo>
                <a:cubicBezTo>
                  <a:pt x="140920" y="109736"/>
                  <a:pt x="144185" y="96470"/>
                  <a:pt x="139462" y="84941"/>
                </a:cubicBezTo>
                <a:lnTo>
                  <a:pt x="111264" y="17363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8826500" y="50800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Телефон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8905211541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83000" y="6477000"/>
            <a:ext cx="838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Амирова Эльмира Фаиловна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898</Words>
  <Application>Microsoft Office PowerPoint</Application>
  <PresentationFormat>Произвольный</PresentationFormat>
  <Paragraphs>213</Paragraphs>
  <Slides>15</Slides>
  <Notes>15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Calibri</vt:lpstr>
      <vt:lpstr>Arial</vt:lpstr>
      <vt:lpstr>QuattrocentoSans</vt:lpstr>
      <vt:lpstr>Liter</vt:lpstr>
      <vt:lpstr>Quattrocento Sans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Pixshare — Социальная платформа обмена фотографиями</dc:title>
  <dc:subject>Pixshare — Социальная платформа обмена фотографиями</dc:subject>
  <dc:creator>Kimi</dc:creator>
  <cp:lastModifiedBy>Эльмира Амирова</cp:lastModifiedBy>
  <cp:revision>2</cp:revision>
  <dcterms:created xsi:type="dcterms:W3CDTF">2026-04-25T14:33:27Z</dcterms:created>
  <dcterms:modified xsi:type="dcterms:W3CDTF">2026-04-25T14:43:22Z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{"Label":"Pixshare — Социальная платформа обмена фотографиями","ContentProducer":"001191110108MACG2KBH8F10000","ProduceID":"19dc508c-aef2-8d0e-8000-00001e2ec53e","ReservedCode1":"","ContentPropagator":"001191110108MACG2KBH8F20000","PropagateID":"19dc508c-</vt:lpwstr>
  </property>
</Properties>
</file>